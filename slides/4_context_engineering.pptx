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28" r:id="rId19"/>
    <p:sldId id="851" r:id="rId20"/>
    <p:sldId id="805" r:id="rId21"/>
    <p:sldId id="806" r:id="rId22"/>
    <p:sldId id="823" r:id="rId23"/>
    <p:sldId id="829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84"/>
    <p:restoredTop sz="94694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16.09.25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16.09.25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16.09.25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16.09.25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Summarize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text</a:t>
            </a:r>
            <a:r>
              <a:rPr lang="de-DE" sz="2600" dirty="0"/>
              <a:t> in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sentence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Summarize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text</a:t>
            </a:r>
            <a:r>
              <a:rPr lang="de-DE" sz="2600" i="1" dirty="0"/>
              <a:t> 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behavior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Summarize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1147</Words>
  <Application>Microsoft Macintosh PowerPoint</Application>
  <PresentationFormat>Breitbild</PresentationFormat>
  <Paragraphs>188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Advanced Prompting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140</cp:revision>
  <dcterms:created xsi:type="dcterms:W3CDTF">2025-07-07T13:23:51Z</dcterms:created>
  <dcterms:modified xsi:type="dcterms:W3CDTF">2025-09-17T08:28:48Z</dcterms:modified>
</cp:coreProperties>
</file>