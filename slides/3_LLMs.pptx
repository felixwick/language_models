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792" r:id="rId3"/>
    <p:sldId id="790" r:id="rId4"/>
    <p:sldId id="343" r:id="rId5"/>
    <p:sldId id="814" r:id="rId6"/>
    <p:sldId id="827" r:id="rId7"/>
    <p:sldId id="828" r:id="rId8"/>
    <p:sldId id="803" r:id="rId9"/>
    <p:sldId id="799" r:id="rId10"/>
    <p:sldId id="807" r:id="rId11"/>
    <p:sldId id="806" r:id="rId12"/>
    <p:sldId id="831" r:id="rId13"/>
    <p:sldId id="830" r:id="rId14"/>
    <p:sldId id="285" r:id="rId15"/>
    <p:sldId id="809" r:id="rId16"/>
    <p:sldId id="80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CC29C2-A778-45C7-8543-4D646C639406}" v="1859" dt="2025-03-18T13:59:24.6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36"/>
    <p:restoredTop sz="94655"/>
  </p:normalViewPr>
  <p:slideViewPr>
    <p:cSldViewPr snapToGrid="0">
      <p:cViewPr varScale="1">
        <p:scale>
          <a:sx n="127" d="100"/>
          <a:sy n="127" d="100"/>
        </p:scale>
        <p:origin x="11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EAAAFAB1-A8F4-4923-8804-5692CBCDDC56}"/>
    <pc:docChg chg="modSld">
      <pc:chgData name="Wick, Felix" userId="85efb633-acf6-425d-a271-4f136bfa2fb0" providerId="ADAL" clId="{EAAAFAB1-A8F4-4923-8804-5692CBCDDC56}" dt="2025-01-11T16:02:01.090" v="37" actId="20577"/>
      <pc:docMkLst>
        <pc:docMk/>
      </pc:docMkLst>
      <pc:sldChg chg="modSp mod">
        <pc:chgData name="Wick, Felix" userId="85efb633-acf6-425d-a271-4f136bfa2fb0" providerId="ADAL" clId="{EAAAFAB1-A8F4-4923-8804-5692CBCDDC56}" dt="2025-01-11T16:01:52.519" v="24" actId="20577"/>
        <pc:sldMkLst>
          <pc:docMk/>
          <pc:sldMk cId="1258822622" sldId="256"/>
        </pc:sldMkLst>
        <pc:spChg chg="mod">
          <ac:chgData name="Wick, Felix" userId="85efb633-acf6-425d-a271-4f136bfa2fb0" providerId="ADAL" clId="{EAAAFAB1-A8F4-4923-8804-5692CBCDDC56}" dt="2025-01-11T16:01:52.519" v="24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EAAAFAB1-A8F4-4923-8804-5692CBCDDC56}" dt="2025-01-11T16:02:01.090" v="37" actId="20577"/>
        <pc:sldMkLst>
          <pc:docMk/>
          <pc:sldMk cId="407246130" sldId="257"/>
        </pc:sldMkLst>
        <pc:spChg chg="mod">
          <ac:chgData name="Wick, Felix" userId="85efb633-acf6-425d-a271-4f136bfa2fb0" providerId="ADAL" clId="{EAAAFAB1-A8F4-4923-8804-5692CBCDDC56}" dt="2025-01-11T16:02:01.090" v="37" actId="20577"/>
          <ac:spMkLst>
            <pc:docMk/>
            <pc:sldMk cId="407246130" sldId="257"/>
            <ac:spMk id="5" creationId="{EF4BCAF0-0279-CF76-75E5-335A1CCBAFB8}"/>
          </ac:spMkLst>
        </pc:spChg>
      </pc:sldChg>
    </pc:docChg>
  </pc:docChgLst>
  <pc:docChgLst>
    <pc:chgData name="Wick, Felix" userId="85efb633-acf6-425d-a271-4f136bfa2fb0" providerId="ADAL" clId="{DACC29C2-A778-45C7-8543-4D646C639406}"/>
    <pc:docChg chg="undo redo custSel addSld delSld modSld sldOrd">
      <pc:chgData name="Wick, Felix" userId="85efb633-acf6-425d-a271-4f136bfa2fb0" providerId="ADAL" clId="{DACC29C2-A778-45C7-8543-4D646C639406}" dt="2025-03-18T13:59:41.133" v="22120" actId="1076"/>
      <pc:docMkLst>
        <pc:docMk/>
      </pc:docMkLst>
      <pc:sldChg chg="modSp mod">
        <pc:chgData name="Wick, Felix" userId="85efb633-acf6-425d-a271-4f136bfa2fb0" providerId="ADAL" clId="{DACC29C2-A778-45C7-8543-4D646C639406}" dt="2025-03-01T23:03:55.931" v="5035" actId="20577"/>
        <pc:sldMkLst>
          <pc:docMk/>
          <pc:sldMk cId="1258822622" sldId="256"/>
        </pc:sldMkLst>
        <pc:spChg chg="mod">
          <ac:chgData name="Wick, Felix" userId="85efb633-acf6-425d-a271-4f136bfa2fb0" providerId="ADAL" clId="{DACC29C2-A778-45C7-8543-4D646C639406}" dt="2025-03-01T23:03:55.931" v="5035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DACC29C2-A778-45C7-8543-4D646C639406}" dt="2025-03-02T22:31:50.824" v="6370" actId="20577"/>
        <pc:sldMkLst>
          <pc:docMk/>
          <pc:sldMk cId="1749545229" sldId="259"/>
        </pc:sldMkLst>
        <pc:spChg chg="mod">
          <ac:chgData name="Wick, Felix" userId="85efb633-acf6-425d-a271-4f136bfa2fb0" providerId="ADAL" clId="{DACC29C2-A778-45C7-8543-4D646C639406}" dt="2025-03-02T22:31:50.824" v="6370" actId="20577"/>
          <ac:spMkLst>
            <pc:docMk/>
            <pc:sldMk cId="1749545229" sldId="259"/>
            <ac:spMk id="4" creationId="{2B14EC7F-499E-E9F9-A62F-19F4A6D4F99A}"/>
          </ac:spMkLst>
        </pc:spChg>
        <pc:spChg chg="mod">
          <ac:chgData name="Wick, Felix" userId="85efb633-acf6-425d-a271-4f136bfa2fb0" providerId="ADAL" clId="{DACC29C2-A778-45C7-8543-4D646C639406}" dt="2025-02-28T21:39:04.672" v="2446" actId="113"/>
          <ac:spMkLst>
            <pc:docMk/>
            <pc:sldMk cId="1749545229" sldId="259"/>
            <ac:spMk id="5" creationId="{0638B7D9-B37C-4258-6CD7-2536492A7EA9}"/>
          </ac:spMkLst>
        </pc:spChg>
      </pc:sldChg>
      <pc:sldChg chg="addSp modSp mod">
        <pc:chgData name="Wick, Felix" userId="85efb633-acf6-425d-a271-4f136bfa2fb0" providerId="ADAL" clId="{DACC29C2-A778-45C7-8543-4D646C639406}" dt="2025-02-28T22:34:29.075" v="3508" actId="1076"/>
        <pc:sldMkLst>
          <pc:docMk/>
          <pc:sldMk cId="1473956403" sldId="260"/>
        </pc:sldMkLst>
        <pc:spChg chg="mod">
          <ac:chgData name="Wick, Felix" userId="85efb633-acf6-425d-a271-4f136bfa2fb0" providerId="ADAL" clId="{DACC29C2-A778-45C7-8543-4D646C639406}" dt="2025-02-28T21:31:40.025" v="2415" actId="1038"/>
          <ac:spMkLst>
            <pc:docMk/>
            <pc:sldMk cId="1473956403" sldId="260"/>
            <ac:spMk id="21" creationId="{CE35A02E-55E9-78F6-9EA0-63E6DBFC78A7}"/>
          </ac:spMkLst>
        </pc:spChg>
        <pc:spChg chg="mod">
          <ac:chgData name="Wick, Felix" userId="85efb633-acf6-425d-a271-4f136bfa2fb0" providerId="ADAL" clId="{DACC29C2-A778-45C7-8543-4D646C639406}" dt="2025-02-28T22:34:29.075" v="3508" actId="1076"/>
          <ac:spMkLst>
            <pc:docMk/>
            <pc:sldMk cId="1473956403" sldId="260"/>
            <ac:spMk id="22" creationId="{21B81B8D-7DC3-74E4-E25A-86543403925D}"/>
          </ac:spMkLst>
        </pc:spChg>
        <pc:spChg chg="add mod">
          <ac:chgData name="Wick, Felix" userId="85efb633-acf6-425d-a271-4f136bfa2fb0" providerId="ADAL" clId="{DACC29C2-A778-45C7-8543-4D646C639406}" dt="2025-02-28T22:34:22.760" v="3507" actId="1076"/>
          <ac:spMkLst>
            <pc:docMk/>
            <pc:sldMk cId="1473956403" sldId="260"/>
            <ac:spMk id="26" creationId="{70E39FD2-583A-518B-9FC7-C31207B05787}"/>
          </ac:spMkLst>
        </pc:spChg>
        <pc:picChg chg="mod">
          <ac:chgData name="Wick, Felix" userId="85efb633-acf6-425d-a271-4f136bfa2fb0" providerId="ADAL" clId="{DACC29C2-A778-45C7-8543-4D646C639406}" dt="2025-02-28T22:34:18.754" v="3506" actId="1076"/>
          <ac:picMkLst>
            <pc:docMk/>
            <pc:sldMk cId="1473956403" sldId="260"/>
            <ac:picMk id="23" creationId="{66E3DC08-C6A7-F262-8751-C5862214511C}"/>
          </ac:picMkLst>
        </pc:picChg>
        <pc:cxnChg chg="mod">
          <ac:chgData name="Wick, Felix" userId="85efb633-acf6-425d-a271-4f136bfa2fb0" providerId="ADAL" clId="{DACC29C2-A778-45C7-8543-4D646C639406}" dt="2025-02-28T21:31:56.668" v="2416" actId="14100"/>
          <ac:cxnSpMkLst>
            <pc:docMk/>
            <pc:sldMk cId="1473956403" sldId="260"/>
            <ac:cxnSpMk id="10" creationId="{A22A7CF1-315F-9A3D-8A06-F17E6EBA73FB}"/>
          </ac:cxnSpMkLst>
        </pc:cxnChg>
      </pc:sldChg>
      <pc:sldChg chg="addSp modSp mod">
        <pc:chgData name="Wick, Felix" userId="85efb633-acf6-425d-a271-4f136bfa2fb0" providerId="ADAL" clId="{DACC29C2-A778-45C7-8543-4D646C639406}" dt="2025-03-02T22:51:51.330" v="6696" actId="14100"/>
        <pc:sldMkLst>
          <pc:docMk/>
          <pc:sldMk cId="4294248252" sldId="262"/>
        </pc:sldMkLst>
        <pc:spChg chg="mod">
          <ac:chgData name="Wick, Felix" userId="85efb633-acf6-425d-a271-4f136bfa2fb0" providerId="ADAL" clId="{DACC29C2-A778-45C7-8543-4D646C639406}" dt="2025-03-02T22:48:24.399" v="6594" actId="1076"/>
          <ac:spMkLst>
            <pc:docMk/>
            <pc:sldMk cId="4294248252" sldId="262"/>
            <ac:spMk id="7" creationId="{2198EF64-E297-D175-91B9-1946B3E43248}"/>
          </ac:spMkLst>
        </pc:spChg>
        <pc:spChg chg="add mod">
          <ac:chgData name="Wick, Felix" userId="85efb633-acf6-425d-a271-4f136bfa2fb0" providerId="ADAL" clId="{DACC29C2-A778-45C7-8543-4D646C639406}" dt="2025-03-02T22:51:51.330" v="6696" actId="14100"/>
          <ac:spMkLst>
            <pc:docMk/>
            <pc:sldMk cId="4294248252" sldId="262"/>
            <ac:spMk id="8" creationId="{5252B056-E419-3CD7-5411-E5693AE46182}"/>
          </ac:spMkLst>
        </pc:sp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0" creationId="{8AD5C54F-F3C1-8BA4-E120-D3295F4C1AE4}"/>
          </ac:cxnSpMkLst>
        </pc:cxn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3" creationId="{3D4E0062-1914-3C2E-9793-3186C4CCB974}"/>
          </ac:cxnSpMkLst>
        </pc:cxnChg>
      </pc:sldChg>
      <pc:sldChg chg="modSp mod">
        <pc:chgData name="Wick, Felix" userId="85efb633-acf6-425d-a271-4f136bfa2fb0" providerId="ADAL" clId="{DACC29C2-A778-45C7-8543-4D646C639406}" dt="2025-02-28T20:47:42.756" v="1883" actId="20577"/>
        <pc:sldMkLst>
          <pc:docMk/>
          <pc:sldMk cId="1392263293" sldId="263"/>
        </pc:sldMkLst>
        <pc:spChg chg="mod">
          <ac:chgData name="Wick, Felix" userId="85efb633-acf6-425d-a271-4f136bfa2fb0" providerId="ADAL" clId="{DACC29C2-A778-45C7-8543-4D646C639406}" dt="2025-02-28T20:47:42.756" v="1883" actId="20577"/>
          <ac:spMkLst>
            <pc:docMk/>
            <pc:sldMk cId="1392263293" sldId="263"/>
            <ac:spMk id="2" creationId="{48D1001D-3CA9-6B3B-47C1-E02457E0B644}"/>
          </ac:spMkLst>
        </pc:spChg>
      </pc:sldChg>
      <pc:sldChg chg="ord">
        <pc:chgData name="Wick, Felix" userId="85efb633-acf6-425d-a271-4f136bfa2fb0" providerId="ADAL" clId="{DACC29C2-A778-45C7-8543-4D646C639406}" dt="2025-03-03T22:58:12.198" v="8831"/>
        <pc:sldMkLst>
          <pc:docMk/>
          <pc:sldMk cId="2523308922" sldId="267"/>
        </pc:sldMkLst>
      </pc:sldChg>
      <pc:sldChg chg="delSp modSp mod ord chgLayout">
        <pc:chgData name="Wick, Felix" userId="85efb633-acf6-425d-a271-4f136bfa2fb0" providerId="ADAL" clId="{DACC29C2-A778-45C7-8543-4D646C639406}" dt="2025-03-03T22:51:11.360" v="8675"/>
        <pc:sldMkLst>
          <pc:docMk/>
          <pc:sldMk cId="1222977130" sldId="270"/>
        </pc:sldMkLst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2" creationId="{96FE75F7-5391-7309-EAAE-E2CC19916A70}"/>
          </ac:spMkLst>
        </pc:spChg>
        <pc:spChg chg="mod ord">
          <ac:chgData name="Wick, Felix" userId="85efb633-acf6-425d-a271-4f136bfa2fb0" providerId="ADAL" clId="{DACC29C2-A778-45C7-8543-4D646C639406}" dt="2025-03-03T22:49:15.224" v="8655" actId="20577"/>
          <ac:spMkLst>
            <pc:docMk/>
            <pc:sldMk cId="1222977130" sldId="270"/>
            <ac:spMk id="3" creationId="{C5859A9B-43F1-6828-A55D-B8946C4852A2}"/>
          </ac:spMkLst>
        </pc:spChg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4" creationId="{87BE6C35-9946-346B-1491-7CF0F93B7D9E}"/>
          </ac:spMkLst>
        </pc:spChg>
        <pc:spChg chg="mod ord">
          <ac:chgData name="Wick, Felix" userId="85efb633-acf6-425d-a271-4f136bfa2fb0" providerId="ADAL" clId="{DACC29C2-A778-45C7-8543-4D646C639406}" dt="2025-03-03T22:47:57.699" v="8626" actId="14100"/>
          <ac:spMkLst>
            <pc:docMk/>
            <pc:sldMk cId="1222977130" sldId="270"/>
            <ac:spMk id="10" creationId="{16F16FEB-005B-4365-D67C-8FB7C804F3D6}"/>
          </ac:spMkLst>
        </pc:spChg>
        <pc:spChg chg="mod">
          <ac:chgData name="Wick, Felix" userId="85efb633-acf6-425d-a271-4f136bfa2fb0" providerId="ADAL" clId="{DACC29C2-A778-45C7-8543-4D646C639406}" dt="2025-03-03T22:48:37.874" v="8647" actId="1037"/>
          <ac:spMkLst>
            <pc:docMk/>
            <pc:sldMk cId="1222977130" sldId="270"/>
            <ac:spMk id="13" creationId="{DE607F70-DB94-E3A4-9C21-845042D375B6}"/>
          </ac:spMkLst>
        </pc:spChg>
        <pc:picChg chg="mod">
          <ac:chgData name="Wick, Felix" userId="85efb633-acf6-425d-a271-4f136bfa2fb0" providerId="ADAL" clId="{DACC29C2-A778-45C7-8543-4D646C639406}" dt="2025-03-03T22:47:10.428" v="8614" actId="1076"/>
          <ac:picMkLst>
            <pc:docMk/>
            <pc:sldMk cId="1222977130" sldId="270"/>
            <ac:picMk id="22" creationId="{59BDF090-ED9E-25B6-9B10-AA53CEE3B7BF}"/>
          </ac:picMkLst>
        </pc:picChg>
        <pc:cxnChg chg="mod">
          <ac:chgData name="Wick, Felix" userId="85efb633-acf6-425d-a271-4f136bfa2fb0" providerId="ADAL" clId="{DACC29C2-A778-45C7-8543-4D646C639406}" dt="2025-03-03T22:48:37.874" v="8647" actId="1037"/>
          <ac:cxnSpMkLst>
            <pc:docMk/>
            <pc:sldMk cId="1222977130" sldId="270"/>
            <ac:cxnSpMk id="15" creationId="{7E915AF1-2E35-7C0C-1A2A-6AE6979D378E}"/>
          </ac:cxnSpMkLst>
        </pc:cxnChg>
      </pc:sldChg>
      <pc:sldChg chg="modSp mod">
        <pc:chgData name="Wick, Felix" userId="85efb633-acf6-425d-a271-4f136bfa2fb0" providerId="ADAL" clId="{DACC29C2-A778-45C7-8543-4D646C639406}" dt="2025-03-04T20:46:39.963" v="9983" actId="20577"/>
        <pc:sldMkLst>
          <pc:docMk/>
          <pc:sldMk cId="416698772" sldId="273"/>
        </pc:sldMkLst>
        <pc:spChg chg="mod">
          <ac:chgData name="Wick, Felix" userId="85efb633-acf6-425d-a271-4f136bfa2fb0" providerId="ADAL" clId="{DACC29C2-A778-45C7-8543-4D646C639406}" dt="2025-03-04T20:44:41.893" v="9909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DACC29C2-A778-45C7-8543-4D646C639406}" dt="2025-03-04T20:46:39.963" v="9983" actId="20577"/>
          <ac:spMkLst>
            <pc:docMk/>
            <pc:sldMk cId="416698772" sldId="273"/>
            <ac:spMk id="7" creationId="{7A972C6E-98A6-FAFD-CFCE-F015265C1ED3}"/>
          </ac:spMkLst>
        </pc:spChg>
      </pc:sldChg>
      <pc:sldChg chg="modSp mod">
        <pc:chgData name="Wick, Felix" userId="85efb633-acf6-425d-a271-4f136bfa2fb0" providerId="ADAL" clId="{DACC29C2-A778-45C7-8543-4D646C639406}" dt="2025-03-04T20:46:56.068" v="9985" actId="20577"/>
        <pc:sldMkLst>
          <pc:docMk/>
          <pc:sldMk cId="4285788788" sldId="274"/>
        </pc:sldMkLst>
        <pc:spChg chg="mod">
          <ac:chgData name="Wick, Felix" userId="85efb633-acf6-425d-a271-4f136bfa2fb0" providerId="ADAL" clId="{DACC29C2-A778-45C7-8543-4D646C639406}" dt="2025-03-04T20:46:56.068" v="9985" actId="20577"/>
          <ac:spMkLst>
            <pc:docMk/>
            <pc:sldMk cId="4285788788" sldId="274"/>
            <ac:spMk id="3" creationId="{B53C8555-6DF0-7E23-C082-267DC1253A18}"/>
          </ac:spMkLst>
        </pc:spChg>
      </pc:sldChg>
      <pc:sldChg chg="modSp del mod">
        <pc:chgData name="Wick, Felix" userId="85efb633-acf6-425d-a271-4f136bfa2fb0" providerId="ADAL" clId="{DACC29C2-A778-45C7-8543-4D646C639406}" dt="2025-03-13T14:52:48.889" v="21602" actId="47"/>
        <pc:sldMkLst>
          <pc:docMk/>
          <pc:sldMk cId="28529905" sldId="275"/>
        </pc:sldMkLst>
      </pc:sldChg>
      <pc:sldChg chg="modSp mod chgLayout">
        <pc:chgData name="Wick, Felix" userId="85efb633-acf6-425d-a271-4f136bfa2fb0" providerId="ADAL" clId="{DACC29C2-A778-45C7-8543-4D646C639406}" dt="2025-03-11T18:47:16.584" v="15543" actId="14100"/>
        <pc:sldMkLst>
          <pc:docMk/>
          <pc:sldMk cId="3342103182" sldId="276"/>
        </pc:sldMkLst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2" creationId="{972B56CE-A757-C5D6-D29F-D5A937F8E774}"/>
          </ac:spMkLst>
        </pc:spChg>
        <pc:spChg chg="mod ord">
          <ac:chgData name="Wick, Felix" userId="85efb633-acf6-425d-a271-4f136bfa2fb0" providerId="ADAL" clId="{DACC29C2-A778-45C7-8543-4D646C639406}" dt="2025-03-11T18:47:16.584" v="15543" actId="14100"/>
          <ac:spMkLst>
            <pc:docMk/>
            <pc:sldMk cId="3342103182" sldId="276"/>
            <ac:spMk id="3" creationId="{67DD6CF0-719D-4091-507F-7E895EA77B8F}"/>
          </ac:spMkLst>
        </pc:spChg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4" creationId="{12425449-36B3-7ADF-7AD7-4F782FC4CB03}"/>
          </ac:spMkLst>
        </pc:spChg>
        <pc:spChg chg="mod">
          <ac:chgData name="Wick, Felix" userId="85efb633-acf6-425d-a271-4f136bfa2fb0" providerId="ADAL" clId="{DACC29C2-A778-45C7-8543-4D646C639406}" dt="2025-03-04T21:02:41.592" v="10546" actId="1038"/>
          <ac:spMkLst>
            <pc:docMk/>
            <pc:sldMk cId="3342103182" sldId="276"/>
            <ac:spMk id="8" creationId="{BADEFAE0-E2E8-9956-139B-FC015E3F1922}"/>
          </ac:spMkLst>
        </pc:spChg>
        <pc:spChg chg="mod">
          <ac:chgData name="Wick, Felix" userId="85efb633-acf6-425d-a271-4f136bfa2fb0" providerId="ADAL" clId="{DACC29C2-A778-45C7-8543-4D646C639406}" dt="2025-03-04T21:02:41.295" v="10537" actId="1076"/>
          <ac:spMkLst>
            <pc:docMk/>
            <pc:sldMk cId="3342103182" sldId="276"/>
            <ac:spMk id="13" creationId="{9035F221-63B9-6BF9-B047-4D14BB71655F}"/>
          </ac:spMkLst>
        </pc:spChg>
        <pc:picChg chg="mod">
          <ac:chgData name="Wick, Felix" userId="85efb633-acf6-425d-a271-4f136bfa2fb0" providerId="ADAL" clId="{DACC29C2-A778-45C7-8543-4D646C639406}" dt="2025-03-04T21:02:41.394" v="10540" actId="1076"/>
          <ac:picMkLst>
            <pc:docMk/>
            <pc:sldMk cId="3342103182" sldId="276"/>
            <ac:picMk id="12" creationId="{9079BF8D-3AB9-563D-7A31-575C25023BD5}"/>
          </ac:picMkLst>
        </pc:picChg>
        <pc:cxnChg chg="mod">
          <ac:chgData name="Wick, Felix" userId="85efb633-acf6-425d-a271-4f136bfa2fb0" providerId="ADAL" clId="{DACC29C2-A778-45C7-8543-4D646C639406}" dt="2025-03-04T21:02:41.592" v="10546" actId="1038"/>
          <ac:cxnSpMkLst>
            <pc:docMk/>
            <pc:sldMk cId="3342103182" sldId="276"/>
            <ac:cxnSpMk id="10" creationId="{80B2E127-B6A8-E4A9-F1C7-FF64E655138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28:29.264" v="15321" actId="1076"/>
        <pc:sldMkLst>
          <pc:docMk/>
          <pc:sldMk cId="3646794221" sldId="280"/>
        </pc:sldMkLst>
        <pc:spChg chg="mod">
          <ac:chgData name="Wick, Felix" userId="85efb633-acf6-425d-a271-4f136bfa2fb0" providerId="ADAL" clId="{DACC29C2-A778-45C7-8543-4D646C639406}" dt="2025-03-09T21:52:50.998" v="11814" actId="20577"/>
          <ac:spMkLst>
            <pc:docMk/>
            <pc:sldMk cId="3646794221" sldId="280"/>
            <ac:spMk id="3" creationId="{29945872-D040-A778-F947-8CB9B0E15E00}"/>
          </ac:spMkLst>
        </pc:spChg>
        <pc:spChg chg="add mod">
          <ac:chgData name="Wick, Felix" userId="85efb633-acf6-425d-a271-4f136bfa2fb0" providerId="ADAL" clId="{DACC29C2-A778-45C7-8543-4D646C639406}" dt="2025-03-11T13:28:29.264" v="15321" actId="1076"/>
          <ac:spMkLst>
            <pc:docMk/>
            <pc:sldMk cId="3646794221" sldId="280"/>
            <ac:spMk id="5" creationId="{6FC77C72-EE18-C4F3-7102-FE787DC76B98}"/>
          </ac:spMkLst>
        </pc:spChg>
        <pc:spChg chg="mod">
          <ac:chgData name="Wick, Felix" userId="85efb633-acf6-425d-a271-4f136bfa2fb0" providerId="ADAL" clId="{DACC29C2-A778-45C7-8543-4D646C639406}" dt="2025-03-09T21:54:08.520" v="11854" actId="1076"/>
          <ac:spMkLst>
            <pc:docMk/>
            <pc:sldMk cId="3646794221" sldId="280"/>
            <ac:spMk id="19" creationId="{CED0E960-D87B-FCD5-860D-C122F94948B4}"/>
          </ac:spMkLst>
        </pc:spChg>
        <pc:spChg chg="add del mod">
          <ac:chgData name="Wick, Felix" userId="85efb633-acf6-425d-a271-4f136bfa2fb0" providerId="ADAL" clId="{DACC29C2-A778-45C7-8543-4D646C639406}" dt="2025-03-09T21:53:07.872" v="11836" actId="1036"/>
          <ac:spMkLst>
            <pc:docMk/>
            <pc:sldMk cId="3646794221" sldId="280"/>
            <ac:spMk id="21" creationId="{BB16D835-0410-63C6-984F-8F0D2C19AD79}"/>
          </ac:spMkLst>
        </pc:spChg>
        <pc:spChg chg="add del mod">
          <ac:chgData name="Wick, Felix" userId="85efb633-acf6-425d-a271-4f136bfa2fb0" providerId="ADAL" clId="{DACC29C2-A778-45C7-8543-4D646C639406}" dt="2025-03-09T21:54:55.062" v="11889" actId="1076"/>
          <ac:spMkLst>
            <pc:docMk/>
            <pc:sldMk cId="3646794221" sldId="280"/>
            <ac:spMk id="22" creationId="{98C17276-3A4B-516A-B044-89D5AE63745F}"/>
          </ac:spMkLst>
        </pc:spChg>
        <pc:spChg chg="mod">
          <ac:chgData name="Wick, Felix" userId="85efb633-acf6-425d-a271-4f136bfa2fb0" providerId="ADAL" clId="{DACC29C2-A778-45C7-8543-4D646C639406}" dt="2025-03-09T21:25:11.224" v="11403" actId="1036"/>
          <ac:spMkLst>
            <pc:docMk/>
            <pc:sldMk cId="3646794221" sldId="280"/>
            <ac:spMk id="34" creationId="{416DF45E-F683-CC7D-C4A5-58FB2DB8AEDE}"/>
          </ac:spMkLst>
        </pc:spChg>
        <pc:picChg chg="mod">
          <ac:chgData name="Wick, Felix" userId="85efb633-acf6-425d-a271-4f136bfa2fb0" providerId="ADAL" clId="{DACC29C2-A778-45C7-8543-4D646C639406}" dt="2025-03-09T21:51:22.585" v="11807" actId="1076"/>
          <ac:picMkLst>
            <pc:docMk/>
            <pc:sldMk cId="3646794221" sldId="280"/>
            <ac:picMk id="6" creationId="{19A6DFB9-DB90-0D13-EF8E-FF304FB58D3F}"/>
          </ac:picMkLst>
        </pc:picChg>
        <pc:cxnChg chg="mod">
          <ac:chgData name="Wick, Felix" userId="85efb633-acf6-425d-a271-4f136bfa2fb0" providerId="ADAL" clId="{DACC29C2-A778-45C7-8543-4D646C639406}" dt="2025-03-09T21:53:20.435" v="11838" actId="14100"/>
          <ac:cxnSpMkLst>
            <pc:docMk/>
            <pc:sldMk cId="3646794221" sldId="280"/>
            <ac:cxnSpMk id="8" creationId="{B12BBB2B-F6C7-FD92-20B5-C363C5428A16}"/>
          </ac:cxnSpMkLst>
        </pc:cxnChg>
        <pc:cxnChg chg="mod">
          <ac:chgData name="Wick, Felix" userId="85efb633-acf6-425d-a271-4f136bfa2fb0" providerId="ADAL" clId="{DACC29C2-A778-45C7-8543-4D646C639406}" dt="2025-03-09T21:53:15.504" v="11837" actId="14100"/>
          <ac:cxnSpMkLst>
            <pc:docMk/>
            <pc:sldMk cId="3646794221" sldId="280"/>
            <ac:cxnSpMk id="10" creationId="{959D5BBA-F854-2A69-E203-60073BB09181}"/>
          </ac:cxnSpMkLst>
        </pc:cxnChg>
        <pc:cxnChg chg="add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16" creationId="{606F7AC4-09B2-802B-1DCA-8FE2298FDB2C}"/>
          </ac:cxnSpMkLst>
        </pc:cxnChg>
        <pc:cxnChg chg="add del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26" creationId="{95528652-11FD-350A-26C8-9E6ECD9A1AB0}"/>
          </ac:cxnSpMkLst>
        </pc:cxnChg>
        <pc:cxnChg chg="mod">
          <ac:chgData name="Wick, Felix" userId="85efb633-acf6-425d-a271-4f136bfa2fb0" providerId="ADAL" clId="{DACC29C2-A778-45C7-8543-4D646C639406}" dt="2025-03-09T21:55:06.519" v="11891" actId="14100"/>
          <ac:cxnSpMkLst>
            <pc:docMk/>
            <pc:sldMk cId="3646794221" sldId="280"/>
            <ac:cxnSpMk id="28" creationId="{A3DF3077-3CBC-E817-F1A6-04197C769F12}"/>
          </ac:cxnSpMkLst>
        </pc:cxnChg>
      </pc:sldChg>
      <pc:sldChg chg="modSp mod">
        <pc:chgData name="Wick, Felix" userId="85efb633-acf6-425d-a271-4f136bfa2fb0" providerId="ADAL" clId="{DACC29C2-A778-45C7-8543-4D646C639406}" dt="2025-03-10T23:24:12.731" v="12701" actId="20577"/>
        <pc:sldMkLst>
          <pc:docMk/>
          <pc:sldMk cId="1884253723" sldId="281"/>
        </pc:sldMkLst>
        <pc:spChg chg="mod">
          <ac:chgData name="Wick, Felix" userId="85efb633-acf6-425d-a271-4f136bfa2fb0" providerId="ADAL" clId="{DACC29C2-A778-45C7-8543-4D646C639406}" dt="2025-03-10T23:24:12.731" v="12701" actId="20577"/>
          <ac:spMkLst>
            <pc:docMk/>
            <pc:sldMk cId="1884253723" sldId="281"/>
            <ac:spMk id="3" creationId="{1F0C0982-28EA-B591-5F89-28F258F77789}"/>
          </ac:spMkLst>
        </pc:spChg>
      </pc:sldChg>
      <pc:sldChg chg="delSp modSp mod">
        <pc:chgData name="Wick, Felix" userId="85efb633-acf6-425d-a271-4f136bfa2fb0" providerId="ADAL" clId="{DACC29C2-A778-45C7-8543-4D646C639406}" dt="2025-02-28T21:58:37.089" v="2900" actId="20577"/>
        <pc:sldMkLst>
          <pc:docMk/>
          <pc:sldMk cId="2933469855" sldId="282"/>
        </pc:sldMkLst>
        <pc:spChg chg="mod">
          <ac:chgData name="Wick, Felix" userId="85efb633-acf6-425d-a271-4f136bfa2fb0" providerId="ADAL" clId="{DACC29C2-A778-45C7-8543-4D646C639406}" dt="2025-02-28T21:58:37.089" v="2900" actId="20577"/>
          <ac:spMkLst>
            <pc:docMk/>
            <pc:sldMk cId="2933469855" sldId="282"/>
            <ac:spMk id="3" creationId="{E55011B8-5EEE-3602-A460-9F29BB6C2063}"/>
          </ac:spMkLst>
        </pc:spChg>
      </pc:sldChg>
      <pc:sldChg chg="modSp mod">
        <pc:chgData name="Wick, Felix" userId="85efb633-acf6-425d-a271-4f136bfa2fb0" providerId="ADAL" clId="{DACC29C2-A778-45C7-8543-4D646C639406}" dt="2025-02-28T10:03:34.390" v="582" actId="14100"/>
        <pc:sldMkLst>
          <pc:docMk/>
          <pc:sldMk cId="2783926056" sldId="302"/>
        </pc:sldMkLst>
        <pc:spChg chg="mod">
          <ac:chgData name="Wick, Felix" userId="85efb633-acf6-425d-a271-4f136bfa2fb0" providerId="ADAL" clId="{DACC29C2-A778-45C7-8543-4D646C639406}" dt="2025-02-28T10:03:34.390" v="582" actId="14100"/>
          <ac:spMkLst>
            <pc:docMk/>
            <pc:sldMk cId="2783926056" sldId="302"/>
            <ac:spMk id="3" creationId="{5FA4D080-C343-7746-B3C2-41F8EBCD30B4}"/>
          </ac:spMkLst>
        </pc:spChg>
        <pc:spChg chg="mod">
          <ac:chgData name="Wick, Felix" userId="85efb633-acf6-425d-a271-4f136bfa2fb0" providerId="ADAL" clId="{DACC29C2-A778-45C7-8543-4D646C639406}" dt="2025-02-28T10:03:23.062" v="581" actId="1076"/>
          <ac:spMkLst>
            <pc:docMk/>
            <pc:sldMk cId="2783926056" sldId="302"/>
            <ac:spMk id="5" creationId="{E2AA4B8D-555A-2D6B-FD2B-CC021E6DA531}"/>
          </ac:spMkLst>
        </pc:spChg>
      </pc:sldChg>
      <pc:sldChg chg="modSp mod">
        <pc:chgData name="Wick, Felix" userId="85efb633-acf6-425d-a271-4f136bfa2fb0" providerId="ADAL" clId="{DACC29C2-A778-45C7-8543-4D646C639406}" dt="2025-03-11T08:36:32.085" v="13518" actId="1076"/>
        <pc:sldMkLst>
          <pc:docMk/>
          <pc:sldMk cId="3022990104" sldId="307"/>
        </pc:sldMkLst>
        <pc:spChg chg="mod">
          <ac:chgData name="Wick, Felix" userId="85efb633-acf6-425d-a271-4f136bfa2fb0" providerId="ADAL" clId="{DACC29C2-A778-45C7-8543-4D646C639406}" dt="2025-03-11T08:35:58.437" v="13516" actId="20577"/>
          <ac:spMkLst>
            <pc:docMk/>
            <pc:sldMk cId="3022990104" sldId="307"/>
            <ac:spMk id="8" creationId="{810711E5-A148-18BC-EF8F-1A61C81EED33}"/>
          </ac:spMkLst>
        </pc:spChg>
        <pc:picChg chg="mod">
          <ac:chgData name="Wick, Felix" userId="85efb633-acf6-425d-a271-4f136bfa2fb0" providerId="ADAL" clId="{DACC29C2-A778-45C7-8543-4D646C639406}" dt="2025-03-11T08:36:32.085" v="13518" actId="1076"/>
          <ac:picMkLst>
            <pc:docMk/>
            <pc:sldMk cId="3022990104" sldId="307"/>
            <ac:picMk id="1026" creationId="{38326D57-B4E5-7E18-072D-0620717370DF}"/>
          </ac:picMkLst>
        </pc:picChg>
      </pc:sldChg>
      <pc:sldChg chg="modSp">
        <pc:chgData name="Wick, Felix" userId="85efb633-acf6-425d-a271-4f136bfa2fb0" providerId="ADAL" clId="{DACC29C2-A778-45C7-8543-4D646C639406}" dt="2025-03-04T20:46:50.396" v="9984" actId="20577"/>
        <pc:sldMkLst>
          <pc:docMk/>
          <pc:sldMk cId="2698973814" sldId="311"/>
        </pc:sldMkLst>
        <pc:spChg chg="mod">
          <ac:chgData name="Wick, Felix" userId="85efb633-acf6-425d-a271-4f136bfa2fb0" providerId="ADAL" clId="{DACC29C2-A778-45C7-8543-4D646C639406}" dt="2025-03-04T20:46:50.396" v="9984" actId="20577"/>
          <ac:spMkLst>
            <pc:docMk/>
            <pc:sldMk cId="2698973814" sldId="311"/>
            <ac:spMk id="3" creationId="{B0D4BE74-7B1A-6775-F824-4757417F3E47}"/>
          </ac:spMkLst>
        </pc:spChg>
      </pc:sldChg>
      <pc:sldChg chg="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81699343" sldId="319"/>
        </pc:sldMkLst>
      </pc:sldChg>
      <pc:sldChg chg="modSp del mod">
        <pc:chgData name="Wick, Felix" userId="85efb633-acf6-425d-a271-4f136bfa2fb0" providerId="ADAL" clId="{DACC29C2-A778-45C7-8543-4D646C639406}" dt="2025-03-12T21:44:03.425" v="19486" actId="1036"/>
        <pc:sldMkLst>
          <pc:docMk/>
          <pc:sldMk cId="2804191858" sldId="320"/>
        </pc:sldMkLst>
        <pc:spChg chg="mod">
          <ac:chgData name="Wick, Felix" userId="85efb633-acf6-425d-a271-4f136bfa2fb0" providerId="ADAL" clId="{DACC29C2-A778-45C7-8543-4D646C639406}" dt="2025-03-12T21:43:47.753" v="19484" actId="20577"/>
          <ac:spMkLst>
            <pc:docMk/>
            <pc:sldMk cId="2804191858" sldId="320"/>
            <ac:spMk id="6" creationId="{6F017680-C8C3-4448-E421-142A36644C2A}"/>
          </ac:spMkLst>
        </pc:spChg>
        <pc:spChg chg="mod">
          <ac:chgData name="Wick, Felix" userId="85efb633-acf6-425d-a271-4f136bfa2fb0" providerId="ADAL" clId="{DACC29C2-A778-45C7-8543-4D646C639406}" dt="2025-03-12T21:44:03.425" v="19486" actId="1036"/>
          <ac:spMkLst>
            <pc:docMk/>
            <pc:sldMk cId="2804191858" sldId="320"/>
            <ac:spMk id="7" creationId="{D7EA8264-EE54-2A93-FC6E-01188FBD7C7C}"/>
          </ac:spMkLst>
        </pc:spChg>
      </pc:sldChg>
      <pc:sldChg chg="modSp mod">
        <pc:chgData name="Wick, Felix" userId="85efb633-acf6-425d-a271-4f136bfa2fb0" providerId="ADAL" clId="{DACC29C2-A778-45C7-8543-4D646C639406}" dt="2025-03-11T13:47:35.311" v="15464" actId="20577"/>
        <pc:sldMkLst>
          <pc:docMk/>
          <pc:sldMk cId="1190384771" sldId="323"/>
        </pc:sldMkLst>
        <pc:spChg chg="mod">
          <ac:chgData name="Wick, Felix" userId="85efb633-acf6-425d-a271-4f136bfa2fb0" providerId="ADAL" clId="{DACC29C2-A778-45C7-8543-4D646C639406}" dt="2025-03-11T13:47:35.311" v="15464" actId="20577"/>
          <ac:spMkLst>
            <pc:docMk/>
            <pc:sldMk cId="1190384771" sldId="323"/>
            <ac:spMk id="3" creationId="{04C76BBB-2079-38AD-4A43-DA2158A4E50A}"/>
          </ac:spMkLst>
        </pc:spChg>
        <pc:spChg chg="mod">
          <ac:chgData name="Wick, Felix" userId="85efb633-acf6-425d-a271-4f136bfa2fb0" providerId="ADAL" clId="{DACC29C2-A778-45C7-8543-4D646C639406}" dt="2025-03-11T08:34:16.144" v="13509" actId="14100"/>
          <ac:spMkLst>
            <pc:docMk/>
            <pc:sldMk cId="1190384771" sldId="323"/>
            <ac:spMk id="9" creationId="{0F2B1A66-B02D-5257-6281-B7DF99C44AB9}"/>
          </ac:spMkLst>
        </pc:spChg>
        <pc:spChg chg="mod">
          <ac:chgData name="Wick, Felix" userId="85efb633-acf6-425d-a271-4f136bfa2fb0" providerId="ADAL" clId="{DACC29C2-A778-45C7-8543-4D646C639406}" dt="2025-03-11T08:34:02.083" v="13508" actId="14100"/>
          <ac:spMkLst>
            <pc:docMk/>
            <pc:sldMk cId="1190384771" sldId="323"/>
            <ac:spMk id="11" creationId="{DCE4BBCE-3566-814F-1379-8D103BFB9BAD}"/>
          </ac:spMkLst>
        </pc:spChg>
        <pc:spChg chg="mod">
          <ac:chgData name="Wick, Felix" userId="85efb633-acf6-425d-a271-4f136bfa2fb0" providerId="ADAL" clId="{DACC29C2-A778-45C7-8543-4D646C639406}" dt="2025-03-11T08:34:38.112" v="13510" actId="1076"/>
          <ac:spMkLst>
            <pc:docMk/>
            <pc:sldMk cId="1190384771" sldId="323"/>
            <ac:spMk id="14" creationId="{7EE99664-B90B-621C-6D43-FFCE8A1B561B}"/>
          </ac:spMkLst>
        </pc:spChg>
        <pc:cxnChg chg="mod">
          <ac:chgData name="Wick, Felix" userId="85efb633-acf6-425d-a271-4f136bfa2fb0" providerId="ADAL" clId="{DACC29C2-A778-45C7-8543-4D646C639406}" dt="2025-03-11T08:35:02.602" v="13515" actId="14100"/>
          <ac:cxnSpMkLst>
            <pc:docMk/>
            <pc:sldMk cId="1190384771" sldId="323"/>
            <ac:cxnSpMk id="16" creationId="{C54626D9-77E5-BF3F-D262-9C521C21706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47:36.415" v="15466" actId="20577"/>
        <pc:sldMkLst>
          <pc:docMk/>
          <pc:sldMk cId="1196066773" sldId="631"/>
        </pc:sldMkLst>
        <pc:spChg chg="mod">
          <ac:chgData name="Wick, Felix" userId="85efb633-acf6-425d-a271-4f136bfa2fb0" providerId="ADAL" clId="{DACC29C2-A778-45C7-8543-4D646C639406}" dt="2025-03-11T13:47:36.415" v="15466" actId="20577"/>
          <ac:spMkLst>
            <pc:docMk/>
            <pc:sldMk cId="1196066773" sldId="631"/>
            <ac:spMk id="2" creationId="{A1DB3763-9386-C47A-F02A-CE7DD4572855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5" creationId="{F0D3D027-962B-DD47-A8CB-13988C08429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1" creationId="{8EAF2078-6D99-E92B-15A8-827B5A28E0C7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6" creationId="{8DA22B16-EDCE-F8EE-1962-FA3D32DF665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8" creationId="{48A2B951-BCE6-950C-E566-C09D502B6C54}"/>
          </ac:spMkLst>
        </pc:spChg>
        <pc:picChg chg="mod">
          <ac:chgData name="Wick, Felix" userId="85efb633-acf6-425d-a271-4f136bfa2fb0" providerId="ADAL" clId="{DACC29C2-A778-45C7-8543-4D646C639406}" dt="2025-03-10T23:43:34.696" v="12983" actId="1036"/>
          <ac:picMkLst>
            <pc:docMk/>
            <pc:sldMk cId="1196066773" sldId="631"/>
            <ac:picMk id="7" creationId="{9AF29264-9957-8445-88DC-420ED29EAA7F}"/>
          </ac:picMkLst>
        </pc:pic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19" creationId="{C3B0B6EA-E577-906B-DFF6-E199E421C8E2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3" creationId="{A33E8E98-191F-8C96-7EEE-517BB47D5BBD}"/>
          </ac:cxnSpMkLst>
        </pc:cxnChg>
        <pc:cxnChg chg="add 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4" creationId="{8E69CC95-3D52-4AF8-9AD1-4F5B32C5A26F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32" creationId="{4020695E-09BD-CEC3-8D36-631363C01434}"/>
          </ac:cxnSpMkLst>
        </pc:cxnChg>
      </pc:sldChg>
      <pc:sldChg chg="modSp mod">
        <pc:chgData name="Wick, Felix" userId="85efb633-acf6-425d-a271-4f136bfa2fb0" providerId="ADAL" clId="{DACC29C2-A778-45C7-8543-4D646C639406}" dt="2025-02-28T23:29:13.401" v="4953" actId="20577"/>
        <pc:sldMkLst>
          <pc:docMk/>
          <pc:sldMk cId="1107238145" sldId="633"/>
        </pc:sldMkLst>
        <pc:spChg chg="mod">
          <ac:chgData name="Wick, Felix" userId="85efb633-acf6-425d-a271-4f136bfa2fb0" providerId="ADAL" clId="{DACC29C2-A778-45C7-8543-4D646C639406}" dt="2025-02-28T23:29:13.401" v="4953" actId="20577"/>
          <ac:spMkLst>
            <pc:docMk/>
            <pc:sldMk cId="1107238145" sldId="633"/>
            <ac:spMk id="3" creationId="{1249B1B0-1661-F50C-4ACA-6DE3D65E4E9B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8T10:16:49.051" v="21690" actId="14100"/>
        <pc:sldMkLst>
          <pc:docMk/>
          <pc:sldMk cId="2583285625" sldId="634"/>
        </pc:sldMkLst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2" creationId="{98D4D7E3-700E-1091-5389-5C4155B94EE1}"/>
          </ac:spMkLst>
        </pc:spChg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3" creationId="{F293A203-1041-8C0A-7D41-9E1122486ED4}"/>
          </ac:spMkLst>
        </pc:spChg>
        <pc:spChg chg="add mod ord">
          <ac:chgData name="Wick, Felix" userId="85efb633-acf6-425d-a271-4f136bfa2fb0" providerId="ADAL" clId="{DACC29C2-A778-45C7-8543-4D646C639406}" dt="2025-03-18T10:16:49.051" v="21690" actId="14100"/>
          <ac:spMkLst>
            <pc:docMk/>
            <pc:sldMk cId="2583285625" sldId="634"/>
            <ac:spMk id="6" creationId="{C739FDE9-1753-8781-B511-6E9614437CC4}"/>
          </ac:spMkLst>
        </pc:spChg>
        <pc:spChg chg="add mod">
          <ac:chgData name="Wick, Felix" userId="85efb633-acf6-425d-a271-4f136bfa2fb0" providerId="ADAL" clId="{DACC29C2-A778-45C7-8543-4D646C639406}" dt="2025-02-28T13:37:43.093" v="1799" actId="1076"/>
          <ac:spMkLst>
            <pc:docMk/>
            <pc:sldMk cId="2583285625" sldId="634"/>
            <ac:spMk id="12" creationId="{72B51D46-F657-D01A-A957-B863C10D3D4B}"/>
          </ac:spMkLst>
        </pc:spChg>
        <pc:picChg chg="add mod">
          <ac:chgData name="Wick, Felix" userId="85efb633-acf6-425d-a271-4f136bfa2fb0" providerId="ADAL" clId="{DACC29C2-A778-45C7-8543-4D646C639406}" dt="2025-02-28T13:38:24.813" v="1822" actId="1076"/>
          <ac:picMkLst>
            <pc:docMk/>
            <pc:sldMk cId="2583285625" sldId="634"/>
            <ac:picMk id="1026" creationId="{F3786512-1124-EFBD-5C23-4ECFF1CE46A9}"/>
          </ac:picMkLst>
        </pc:picChg>
        <pc:picChg chg="add mod">
          <ac:chgData name="Wick, Felix" userId="85efb633-acf6-425d-a271-4f136bfa2fb0" providerId="ADAL" clId="{DACC29C2-A778-45C7-8543-4D646C639406}" dt="2025-02-28T13:22:18.092" v="1414" actId="1076"/>
          <ac:picMkLst>
            <pc:docMk/>
            <pc:sldMk cId="2583285625" sldId="634"/>
            <ac:picMk id="1028" creationId="{D75544C2-4A68-F54D-D427-1DCC3D650AD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06:32.526" v="6086" actId="14100"/>
        <pc:sldMkLst>
          <pc:docMk/>
          <pc:sldMk cId="2684778004" sldId="635"/>
        </pc:sldMkLst>
        <pc:spChg chg="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4" creationId="{08A31019-E704-98AF-386F-5EAB70A39A9E}"/>
          </ac:spMkLst>
        </pc:spChg>
        <pc:spChg chg="add 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5" creationId="{91C31BD1-2F62-3D06-0E3C-9FA606B48565}"/>
          </ac:spMkLst>
        </pc:spChg>
        <pc:spChg chg="add mod ord">
          <ac:chgData name="Wick, Felix" userId="85efb633-acf6-425d-a271-4f136bfa2fb0" providerId="ADAL" clId="{DACC29C2-A778-45C7-8543-4D646C639406}" dt="2025-03-02T22:06:32.526" v="6086" actId="14100"/>
          <ac:spMkLst>
            <pc:docMk/>
            <pc:sldMk cId="2684778004" sldId="635"/>
            <ac:spMk id="6" creationId="{45918CA0-37B0-E8D7-595B-A7B8F36DC108}"/>
          </ac:spMkLst>
        </pc:spChg>
        <pc:spChg chg="add mod">
          <ac:chgData name="Wick, Felix" userId="85efb633-acf6-425d-a271-4f136bfa2fb0" providerId="ADAL" clId="{DACC29C2-A778-45C7-8543-4D646C639406}" dt="2025-02-28T23:12:13.815" v="4264" actId="1076"/>
          <ac:spMkLst>
            <pc:docMk/>
            <pc:sldMk cId="2684778004" sldId="635"/>
            <ac:spMk id="10" creationId="{1E5B8D9A-ABEB-5AEA-5230-35116300783F}"/>
          </ac:spMkLst>
        </pc:spChg>
        <pc:picChg chg="add mod">
          <ac:chgData name="Wick, Felix" userId="85efb633-acf6-425d-a271-4f136bfa2fb0" providerId="ADAL" clId="{DACC29C2-A778-45C7-8543-4D646C639406}" dt="2025-02-28T23:12:06.362" v="4263" actId="1036"/>
          <ac:picMkLst>
            <pc:docMk/>
            <pc:sldMk cId="2684778004" sldId="635"/>
            <ac:picMk id="8" creationId="{89C6FBB9-A35E-45B6-3B39-840C918E5D94}"/>
          </ac:picMkLst>
        </pc:picChg>
      </pc:sldChg>
      <pc:sldChg chg="addSp modSp new mod">
        <pc:chgData name="Wick, Felix" userId="85efb633-acf6-425d-a271-4f136bfa2fb0" providerId="ADAL" clId="{DACC29C2-A778-45C7-8543-4D646C639406}" dt="2025-02-28T10:09:57.516" v="622" actId="167"/>
        <pc:sldMkLst>
          <pc:docMk/>
          <pc:sldMk cId="2140471172" sldId="636"/>
        </pc:sldMkLst>
        <pc:spChg chg="mod">
          <ac:chgData name="Wick, Felix" userId="85efb633-acf6-425d-a271-4f136bfa2fb0" providerId="ADAL" clId="{DACC29C2-A778-45C7-8543-4D646C639406}" dt="2025-02-28T09:59:11.577" v="519" actId="20577"/>
          <ac:spMkLst>
            <pc:docMk/>
            <pc:sldMk cId="2140471172" sldId="636"/>
            <ac:spMk id="2" creationId="{4B71E236-FA0D-F89B-836B-D3E1A9C129BE}"/>
          </ac:spMkLst>
        </pc:spChg>
        <pc:spChg chg="mod">
          <ac:chgData name="Wick, Felix" userId="85efb633-acf6-425d-a271-4f136bfa2fb0" providerId="ADAL" clId="{DACC29C2-A778-45C7-8543-4D646C639406}" dt="2025-02-28T10:00:49.720" v="557" actId="20577"/>
          <ac:spMkLst>
            <pc:docMk/>
            <pc:sldMk cId="2140471172" sldId="636"/>
            <ac:spMk id="3" creationId="{45FCB5CF-1A0F-3C85-74D2-9AD280390B4C}"/>
          </ac:spMkLst>
        </pc:spChg>
        <pc:picChg chg="add mod ord">
          <ac:chgData name="Wick, Felix" userId="85efb633-acf6-425d-a271-4f136bfa2fb0" providerId="ADAL" clId="{DACC29C2-A778-45C7-8543-4D646C639406}" dt="2025-02-28T10:09:55.659" v="621" actId="167"/>
          <ac:picMkLst>
            <pc:docMk/>
            <pc:sldMk cId="2140471172" sldId="636"/>
            <ac:picMk id="6" creationId="{19719576-94A4-32DC-8678-41623AE1D1B7}"/>
          </ac:picMkLst>
        </pc:picChg>
        <pc:picChg chg="add mod">
          <ac:chgData name="Wick, Felix" userId="85efb633-acf6-425d-a271-4f136bfa2fb0" providerId="ADAL" clId="{DACC29C2-A778-45C7-8543-4D646C639406}" dt="2025-02-28T10:09:57.516" v="622" actId="167"/>
          <ac:picMkLst>
            <pc:docMk/>
            <pc:sldMk cId="2140471172" sldId="636"/>
            <ac:picMk id="2050" creationId="{22F05D9D-E68B-42FD-61F5-76A96BC78C0B}"/>
          </ac:picMkLst>
        </pc:picChg>
      </pc:sldChg>
      <pc:sldChg chg="addSp delSp modSp new mod">
        <pc:chgData name="Wick, Felix" userId="85efb633-acf6-425d-a271-4f136bfa2fb0" providerId="ADAL" clId="{DACC29C2-A778-45C7-8543-4D646C639406}" dt="2025-02-28T10:34:02.760" v="895" actId="1076"/>
        <pc:sldMkLst>
          <pc:docMk/>
          <pc:sldMk cId="2299162347" sldId="637"/>
        </pc:sldMkLst>
        <pc:spChg chg="mod">
          <ac:chgData name="Wick, Felix" userId="85efb633-acf6-425d-a271-4f136bfa2fb0" providerId="ADAL" clId="{DACC29C2-A778-45C7-8543-4D646C639406}" dt="2025-02-28T10:17:43.393" v="674" actId="20577"/>
          <ac:spMkLst>
            <pc:docMk/>
            <pc:sldMk cId="2299162347" sldId="637"/>
            <ac:spMk id="2" creationId="{AD4DD73E-3081-3D14-70D6-AFC0A992AEDA}"/>
          </ac:spMkLst>
        </pc:spChg>
        <pc:spChg chg="add mod">
          <ac:chgData name="Wick, Felix" userId="85efb633-acf6-425d-a271-4f136bfa2fb0" providerId="ADAL" clId="{DACC29C2-A778-45C7-8543-4D646C639406}" dt="2025-02-28T10:34:02.760" v="895" actId="1076"/>
          <ac:spMkLst>
            <pc:docMk/>
            <pc:sldMk cId="2299162347" sldId="637"/>
            <ac:spMk id="10" creationId="{C83C5160-1A56-C485-58C2-E716FD0AA2D8}"/>
          </ac:spMkLst>
        </pc:spChg>
        <pc:spChg chg="add mod">
          <ac:chgData name="Wick, Felix" userId="85efb633-acf6-425d-a271-4f136bfa2fb0" providerId="ADAL" clId="{DACC29C2-A778-45C7-8543-4D646C639406}" dt="2025-02-28T10:33:36.055" v="889" actId="1076"/>
          <ac:spMkLst>
            <pc:docMk/>
            <pc:sldMk cId="2299162347" sldId="637"/>
            <ac:spMk id="11" creationId="{C251DC0A-0A51-1A85-091D-E1FDE24B145C}"/>
          </ac:spMkLst>
        </pc:spChg>
        <pc:spChg chg="add mod">
          <ac:chgData name="Wick, Felix" userId="85efb633-acf6-425d-a271-4f136bfa2fb0" providerId="ADAL" clId="{DACC29C2-A778-45C7-8543-4D646C639406}" dt="2025-02-28T10:33:47.121" v="893" actId="1076"/>
          <ac:spMkLst>
            <pc:docMk/>
            <pc:sldMk cId="2299162347" sldId="637"/>
            <ac:spMk id="12" creationId="{1E39CEAA-C60F-FD6F-4775-A10C1A255AC8}"/>
          </ac:spMkLst>
        </pc:spChg>
        <pc:picChg chg="add mod">
          <ac:chgData name="Wick, Felix" userId="85efb633-acf6-425d-a271-4f136bfa2fb0" providerId="ADAL" clId="{DACC29C2-A778-45C7-8543-4D646C639406}" dt="2025-02-28T10:33:11.373" v="877" actId="1038"/>
          <ac:picMkLst>
            <pc:docMk/>
            <pc:sldMk cId="2299162347" sldId="637"/>
            <ac:picMk id="7" creationId="{02B31845-7645-8954-121A-3F0BE6E76816}"/>
          </ac:picMkLst>
        </pc:picChg>
        <pc:picChg chg="add mod">
          <ac:chgData name="Wick, Felix" userId="85efb633-acf6-425d-a271-4f136bfa2fb0" providerId="ADAL" clId="{DACC29C2-A778-45C7-8543-4D646C639406}" dt="2025-02-28T10:33:37.728" v="890" actId="1076"/>
          <ac:picMkLst>
            <pc:docMk/>
            <pc:sldMk cId="2299162347" sldId="637"/>
            <ac:picMk id="9" creationId="{400EB2C6-9A9E-8FDF-855F-6BA5B5E0A1E5}"/>
          </ac:picMkLst>
        </pc:picChg>
      </pc:sldChg>
      <pc:sldChg chg="addSp delSp modSp new add del mod modClrScheme chgLayout">
        <pc:chgData name="Wick, Felix" userId="85efb633-acf6-425d-a271-4f136bfa2fb0" providerId="ADAL" clId="{DACC29C2-A778-45C7-8543-4D646C639406}" dt="2025-02-28T10:17:38.426" v="666" actId="47"/>
        <pc:sldMkLst>
          <pc:docMk/>
          <pc:sldMk cId="3115800977" sldId="638"/>
        </pc:sldMkLst>
      </pc:sldChg>
      <pc:sldChg chg="modSp new del mod">
        <pc:chgData name="Wick, Felix" userId="85efb633-acf6-425d-a271-4f136bfa2fb0" providerId="ADAL" clId="{DACC29C2-A778-45C7-8543-4D646C639406}" dt="2025-02-28T23:18:26.246" v="4530" actId="47"/>
        <pc:sldMkLst>
          <pc:docMk/>
          <pc:sldMk cId="3719438947" sldId="638"/>
        </pc:sldMkLst>
      </pc:sldChg>
      <pc:sldChg chg="addSp delSp modSp new mod modClrScheme chgLayout">
        <pc:chgData name="Wick, Felix" userId="85efb633-acf6-425d-a271-4f136bfa2fb0" providerId="ADAL" clId="{DACC29C2-A778-45C7-8543-4D646C639406}" dt="2025-02-28T23:05:44.265" v="4120" actId="167"/>
        <pc:sldMkLst>
          <pc:docMk/>
          <pc:sldMk cId="135831062" sldId="639"/>
        </pc:sldMkLst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2" creationId="{5F03BBD8-8765-F982-4F56-8FAC481D08CC}"/>
          </ac:spMkLst>
        </pc:spChg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3" creationId="{0F24CFF2-D089-C4C1-E1FB-1B7824AFB7C5}"/>
          </ac:spMkLst>
        </pc:spChg>
        <pc:spChg chg="add mod ord">
          <ac:chgData name="Wick, Felix" userId="85efb633-acf6-425d-a271-4f136bfa2fb0" providerId="ADAL" clId="{DACC29C2-A778-45C7-8543-4D646C639406}" dt="2025-02-28T23:05:33.005" v="4099"/>
          <ac:spMkLst>
            <pc:docMk/>
            <pc:sldMk cId="135831062" sldId="639"/>
            <ac:spMk id="4" creationId="{C73E205D-9D96-1A11-C2CD-A634E9B5CE76}"/>
          </ac:spMkLst>
        </pc:spChg>
        <pc:picChg chg="add mod ord">
          <ac:chgData name="Wick, Felix" userId="85efb633-acf6-425d-a271-4f136bfa2fb0" providerId="ADAL" clId="{DACC29C2-A778-45C7-8543-4D646C639406}" dt="2025-02-28T23:05:44.265" v="4120" actId="167"/>
          <ac:picMkLst>
            <pc:docMk/>
            <pc:sldMk cId="135831062" sldId="639"/>
            <ac:picMk id="10" creationId="{FBBA1BD9-B2F2-6741-3D5F-2C7D83B49FE7}"/>
          </ac:picMkLst>
        </pc:picChg>
      </pc:sldChg>
      <pc:sldChg chg="addSp delSp modSp new mod">
        <pc:chgData name="Wick, Felix" userId="85efb633-acf6-425d-a271-4f136bfa2fb0" providerId="ADAL" clId="{DACC29C2-A778-45C7-8543-4D646C639406}" dt="2025-03-04T21:11:59.618" v="10826" actId="1076"/>
        <pc:sldMkLst>
          <pc:docMk/>
          <pc:sldMk cId="3870313619" sldId="640"/>
        </pc:sldMkLst>
        <pc:spChg chg="mod">
          <ac:chgData name="Wick, Felix" userId="85efb633-acf6-425d-a271-4f136bfa2fb0" providerId="ADAL" clId="{DACC29C2-A778-45C7-8543-4D646C639406}" dt="2025-02-28T20:56:30.484" v="1967" actId="20577"/>
          <ac:spMkLst>
            <pc:docMk/>
            <pc:sldMk cId="3870313619" sldId="640"/>
            <ac:spMk id="2" creationId="{38441EAD-D722-0E92-F37F-500D79A9BB13}"/>
          </ac:spMkLst>
        </pc:spChg>
        <pc:spChg chg="add mod">
          <ac:chgData name="Wick, Felix" userId="85efb633-acf6-425d-a271-4f136bfa2fb0" providerId="ADAL" clId="{DACC29C2-A778-45C7-8543-4D646C639406}" dt="2025-03-04T21:11:59.618" v="10826" actId="1076"/>
          <ac:spMkLst>
            <pc:docMk/>
            <pc:sldMk cId="3870313619" sldId="640"/>
            <ac:spMk id="4" creationId="{8D14ADB8-0EBB-7174-F163-168F4C49F552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6" creationId="{F432EDC7-9D5E-6A14-55FD-6E109CF6BF2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9" creationId="{B7087094-D4B4-3E9B-B2E8-C26237C1825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12" creationId="{027BC398-6BDF-2B36-F8C7-BE04CA04BEC0}"/>
          </ac:spMkLst>
        </pc:spChg>
        <pc:picChg chg="add mod ord">
          <ac:chgData name="Wick, Felix" userId="85efb633-acf6-425d-a271-4f136bfa2fb0" providerId="ADAL" clId="{DACC29C2-A778-45C7-8543-4D646C639406}" dt="2025-03-04T21:11:49.715" v="10825" actId="1035"/>
          <ac:picMkLst>
            <pc:docMk/>
            <pc:sldMk cId="3870313619" sldId="640"/>
            <ac:picMk id="7" creationId="{BC116EF6-8361-256F-3C88-DB74586C60EA}"/>
          </ac:picMkLst>
        </pc:pic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8" creationId="{E676A3A0-F7C7-F970-FE1C-2680B35965E5}"/>
          </ac:cxnSpMkLst>
        </pc:cxn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11" creationId="{5F607F4B-6641-68AA-3634-B4BF368A1716}"/>
          </ac:cxnSpMkLst>
        </pc:cxnChg>
      </pc:sldChg>
      <pc:sldChg chg="addSp modSp new mod">
        <pc:chgData name="Wick, Felix" userId="85efb633-acf6-425d-a271-4f136bfa2fb0" providerId="ADAL" clId="{DACC29C2-A778-45C7-8543-4D646C639406}" dt="2025-02-28T22:38:38.182" v="3518" actId="20577"/>
        <pc:sldMkLst>
          <pc:docMk/>
          <pc:sldMk cId="2680177618" sldId="641"/>
        </pc:sldMkLst>
        <pc:spChg chg="mod">
          <ac:chgData name="Wick, Felix" userId="85efb633-acf6-425d-a271-4f136bfa2fb0" providerId="ADAL" clId="{DACC29C2-A778-45C7-8543-4D646C639406}" dt="2025-02-28T21:45:22.354" v="2579" actId="20577"/>
          <ac:spMkLst>
            <pc:docMk/>
            <pc:sldMk cId="2680177618" sldId="641"/>
            <ac:spMk id="2" creationId="{4CB3EC65-4EF0-A0AE-5028-2BE1A88B17DF}"/>
          </ac:spMkLst>
        </pc:spChg>
        <pc:spChg chg="add mod">
          <ac:chgData name="Wick, Felix" userId="85efb633-acf6-425d-a271-4f136bfa2fb0" providerId="ADAL" clId="{DACC29C2-A778-45C7-8543-4D646C639406}" dt="2025-02-28T21:46:25.151" v="2597" actId="1076"/>
          <ac:spMkLst>
            <pc:docMk/>
            <pc:sldMk cId="2680177618" sldId="641"/>
            <ac:spMk id="5" creationId="{49FED476-420D-9280-878D-E5697FC8E379}"/>
          </ac:spMkLst>
        </pc:spChg>
        <pc:spChg chg="add mod">
          <ac:chgData name="Wick, Felix" userId="85efb633-acf6-425d-a271-4f136bfa2fb0" providerId="ADAL" clId="{DACC29C2-A778-45C7-8543-4D646C639406}" dt="2025-02-28T22:38:38.182" v="3518" actId="20577"/>
          <ac:spMkLst>
            <pc:docMk/>
            <pc:sldMk cId="2680177618" sldId="641"/>
            <ac:spMk id="6" creationId="{82035968-D916-A5B8-A744-79691437C636}"/>
          </ac:spMkLst>
        </pc:spChg>
        <pc:spChg chg="add mod">
          <ac:chgData name="Wick, Felix" userId="85efb633-acf6-425d-a271-4f136bfa2fb0" providerId="ADAL" clId="{DACC29C2-A778-45C7-8543-4D646C639406}" dt="2025-02-28T21:49:53.829" v="2783" actId="14100"/>
          <ac:spMkLst>
            <pc:docMk/>
            <pc:sldMk cId="2680177618" sldId="641"/>
            <ac:spMk id="9" creationId="{C7A8D171-393C-A8EE-07DD-37F62BA9AE69}"/>
          </ac:spMkLst>
        </pc:spChg>
        <pc:spChg chg="add mod">
          <ac:chgData name="Wick, Felix" userId="85efb633-acf6-425d-a271-4f136bfa2fb0" providerId="ADAL" clId="{DACC29C2-A778-45C7-8543-4D646C639406}" dt="2025-02-28T21:31:05.290" v="2397" actId="1076"/>
          <ac:spMkLst>
            <pc:docMk/>
            <pc:sldMk cId="2680177618" sldId="641"/>
            <ac:spMk id="12" creationId="{8D47A0B9-735C-801C-A5AA-8D25FD4BF6F4}"/>
          </ac:spMkLst>
        </pc:spChg>
        <pc:spChg chg="add mod">
          <ac:chgData name="Wick, Felix" userId="85efb633-acf6-425d-a271-4f136bfa2fb0" providerId="ADAL" clId="{DACC29C2-A778-45C7-8543-4D646C639406}" dt="2025-02-28T21:49:17.616" v="2766" actId="1076"/>
          <ac:spMkLst>
            <pc:docMk/>
            <pc:sldMk cId="2680177618" sldId="641"/>
            <ac:spMk id="17" creationId="{302FCE96-D1CF-4A67-2875-6E1CB9EC7C4D}"/>
          </ac:spMkLst>
        </pc:spChg>
        <pc:cxnChg chg="add mod">
          <ac:chgData name="Wick, Felix" userId="85efb633-acf6-425d-a271-4f136bfa2fb0" providerId="ADAL" clId="{DACC29C2-A778-45C7-8543-4D646C639406}" dt="2025-02-28T21:33:07.345" v="2421" actId="14100"/>
          <ac:cxnSpMkLst>
            <pc:docMk/>
            <pc:sldMk cId="2680177618" sldId="641"/>
            <ac:cxnSpMk id="8" creationId="{8B378655-C947-C913-AEB0-AF68A96A2E52}"/>
          </ac:cxnSpMkLst>
        </pc:cxnChg>
        <pc:cxnChg chg="add mod">
          <ac:chgData name="Wick, Felix" userId="85efb633-acf6-425d-a271-4f136bfa2fb0" providerId="ADAL" clId="{DACC29C2-A778-45C7-8543-4D646C639406}" dt="2025-02-28T21:33:20.778" v="2427" actId="1035"/>
          <ac:cxnSpMkLst>
            <pc:docMk/>
            <pc:sldMk cId="2680177618" sldId="641"/>
            <ac:cxnSpMk id="11" creationId="{CB204A23-CD5B-9576-6FFD-D25F5BFC0684}"/>
          </ac:cxnSpMkLst>
        </pc:cxnChg>
        <pc:cxnChg chg="add mod">
          <ac:chgData name="Wick, Felix" userId="85efb633-acf6-425d-a271-4f136bfa2fb0" providerId="ADAL" clId="{DACC29C2-A778-45C7-8543-4D646C639406}" dt="2025-02-28T21:49:34.194" v="2768" actId="14100"/>
          <ac:cxnSpMkLst>
            <pc:docMk/>
            <pc:sldMk cId="2680177618" sldId="641"/>
            <ac:cxnSpMk id="19" creationId="{ADA799CA-9800-4737-A656-E9792250826A}"/>
          </ac:cxnSpMkLst>
        </pc:cxnChg>
      </pc:sldChg>
      <pc:sldChg chg="addSp delSp modSp new mod">
        <pc:chgData name="Wick, Felix" userId="85efb633-acf6-425d-a271-4f136bfa2fb0" providerId="ADAL" clId="{DACC29C2-A778-45C7-8543-4D646C639406}" dt="2025-02-28T22:40:45.839" v="3544" actId="5793"/>
        <pc:sldMkLst>
          <pc:docMk/>
          <pc:sldMk cId="306706571" sldId="642"/>
        </pc:sldMkLst>
        <pc:spChg chg="mod">
          <ac:chgData name="Wick, Felix" userId="85efb633-acf6-425d-a271-4f136bfa2fb0" providerId="ADAL" clId="{DACC29C2-A778-45C7-8543-4D646C639406}" dt="2025-02-28T21:59:53.773" v="2930" actId="20577"/>
          <ac:spMkLst>
            <pc:docMk/>
            <pc:sldMk cId="306706571" sldId="642"/>
            <ac:spMk id="2" creationId="{8B7F66D1-339D-CD20-AF3A-1A820DB027A5}"/>
          </ac:spMkLst>
        </pc:spChg>
        <pc:spChg chg="mod">
          <ac:chgData name="Wick, Felix" userId="85efb633-acf6-425d-a271-4f136bfa2fb0" providerId="ADAL" clId="{DACC29C2-A778-45C7-8543-4D646C639406}" dt="2025-02-28T22:40:45.839" v="3544" actId="5793"/>
          <ac:spMkLst>
            <pc:docMk/>
            <pc:sldMk cId="306706571" sldId="642"/>
            <ac:spMk id="3" creationId="{D8FB9C67-823D-7EB6-C7C1-F9A4A736E729}"/>
          </ac:spMkLst>
        </pc:spChg>
      </pc:sldChg>
      <pc:sldChg chg="new del">
        <pc:chgData name="Wick, Felix" userId="85efb633-acf6-425d-a271-4f136bfa2fb0" providerId="ADAL" clId="{DACC29C2-A778-45C7-8543-4D646C639406}" dt="2025-02-28T21:25:41.091" v="2140" actId="680"/>
        <pc:sldMkLst>
          <pc:docMk/>
          <pc:sldMk cId="3916881294" sldId="642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02T21:54:35.174" v="5887" actId="1037"/>
        <pc:sldMkLst>
          <pc:docMk/>
          <pc:sldMk cId="3442234508" sldId="643"/>
        </pc:sldMkLst>
        <pc:spChg chg="add mod ord">
          <ac:chgData name="Wick, Felix" userId="85efb633-acf6-425d-a271-4f136bfa2fb0" providerId="ADAL" clId="{DACC29C2-A778-45C7-8543-4D646C639406}" dt="2025-03-02T21:54:23.217" v="5855" actId="1038"/>
          <ac:spMkLst>
            <pc:docMk/>
            <pc:sldMk cId="3442234508" sldId="643"/>
            <ac:spMk id="2" creationId="{6DEC0078-A9F9-F1B1-AF50-7651EE4830CB}"/>
          </ac:spMkLst>
        </pc:spChg>
        <pc:spChg chg="mod ord">
          <ac:chgData name="Wick, Felix" userId="85efb633-acf6-425d-a271-4f136bfa2fb0" providerId="ADAL" clId="{DACC29C2-A778-45C7-8543-4D646C639406}" dt="2025-02-28T22:45:59.161" v="3609" actId="700"/>
          <ac:spMkLst>
            <pc:docMk/>
            <pc:sldMk cId="3442234508" sldId="643"/>
            <ac:spMk id="3" creationId="{58060F8F-3A55-BAB2-6659-E9ADB4EDDC15}"/>
          </ac:spMkLst>
        </pc:spChg>
        <pc:spChg chg="add mod">
          <ac:chgData name="Wick, Felix" userId="85efb633-acf6-425d-a271-4f136bfa2fb0" providerId="ADAL" clId="{DACC29C2-A778-45C7-8543-4D646C639406}" dt="2025-02-28T22:47:14.858" v="3623" actId="164"/>
          <ac:spMkLst>
            <pc:docMk/>
            <pc:sldMk cId="3442234508" sldId="643"/>
            <ac:spMk id="8" creationId="{0CF6BA49-DFBC-7065-7BB8-E854392DA9C1}"/>
          </ac:spMkLst>
        </pc:spChg>
        <pc:spChg chg="add mod">
          <ac:chgData name="Wick, Felix" userId="85efb633-acf6-425d-a271-4f136bfa2fb0" providerId="ADAL" clId="{DACC29C2-A778-45C7-8543-4D646C639406}" dt="2025-03-02T21:53:31.312" v="5822" actId="1076"/>
          <ac:spMkLst>
            <pc:docMk/>
            <pc:sldMk cId="3442234508" sldId="643"/>
            <ac:spMk id="10" creationId="{EA690B86-1298-15A5-1D12-2D0F24D064D5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1" creationId="{2E6F5EA9-329B-FF65-0938-EADF6C8FCE37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2" creationId="{629D48BB-FA66-9107-9029-89941EF2D922}"/>
          </ac:spMkLst>
        </pc:spChg>
        <pc:grpChg chg="add mod">
          <ac:chgData name="Wick, Felix" userId="85efb633-acf6-425d-a271-4f136bfa2fb0" providerId="ADAL" clId="{DACC29C2-A778-45C7-8543-4D646C639406}" dt="2025-03-02T21:54:35.174" v="5887" actId="1037"/>
          <ac:grpSpMkLst>
            <pc:docMk/>
            <pc:sldMk cId="3442234508" sldId="643"/>
            <ac:grpSpMk id="9" creationId="{6001D14E-AD7E-3DF4-440D-8E16EF0D4329}"/>
          </ac:grpSpMkLst>
        </pc:grpChg>
        <pc:picChg chg="add mod">
          <ac:chgData name="Wick, Felix" userId="85efb633-acf6-425d-a271-4f136bfa2fb0" providerId="ADAL" clId="{DACC29C2-A778-45C7-8543-4D646C639406}" dt="2025-02-28T22:47:14.858" v="3623" actId="164"/>
          <ac:picMkLst>
            <pc:docMk/>
            <pc:sldMk cId="3442234508" sldId="643"/>
            <ac:picMk id="5" creationId="{6CC5C394-23E4-5A1A-223A-063BA9FADAF9}"/>
          </ac:picMkLst>
        </pc:picChg>
        <pc:picChg chg="add mod">
          <ac:chgData name="Wick, Felix" userId="85efb633-acf6-425d-a271-4f136bfa2fb0" providerId="ADAL" clId="{DACC29C2-A778-45C7-8543-4D646C639406}" dt="2025-03-02T21:54:18.667" v="5826" actId="1076"/>
          <ac:picMkLst>
            <pc:docMk/>
            <pc:sldMk cId="3442234508" sldId="643"/>
            <ac:picMk id="6" creationId="{A6DCF29A-72C4-2881-60E5-62443AECCA49}"/>
          </ac:picMkLst>
        </pc:picChg>
        <pc:picChg chg="add mod">
          <ac:chgData name="Wick, Felix" userId="85efb633-acf6-425d-a271-4f136bfa2fb0" providerId="ADAL" clId="{DACC29C2-A778-45C7-8543-4D646C639406}" dt="2025-03-02T21:53:23.776" v="5821" actId="1035"/>
          <ac:picMkLst>
            <pc:docMk/>
            <pc:sldMk cId="3442234508" sldId="643"/>
            <ac:picMk id="7" creationId="{8FB3FD85-8241-14AC-8F57-8A0F7A26D620}"/>
          </ac:picMkLst>
        </pc:pic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4" creationId="{2CD8C970-464D-3FE5-2D96-9B993C655B2D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6" creationId="{95AC0840-61C9-C553-B37E-EE16D569B486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8" creationId="{49B6BFF2-64E5-4AE4-4C1D-D9ED6C46B6FF}"/>
          </ac:cxnSpMkLst>
        </pc:cxnChg>
      </pc:sldChg>
      <pc:sldChg chg="addSp delSp modSp add mod">
        <pc:chgData name="Wick, Felix" userId="85efb633-acf6-425d-a271-4f136bfa2fb0" providerId="ADAL" clId="{DACC29C2-A778-45C7-8543-4D646C639406}" dt="2025-03-02T22:42:39.525" v="6449" actId="20577"/>
        <pc:sldMkLst>
          <pc:docMk/>
          <pc:sldMk cId="3959565506" sldId="644"/>
        </pc:sldMkLst>
        <pc:spChg chg="add mod">
          <ac:chgData name="Wick, Felix" userId="85efb633-acf6-425d-a271-4f136bfa2fb0" providerId="ADAL" clId="{DACC29C2-A778-45C7-8543-4D646C639406}" dt="2025-03-02T22:42:39.525" v="6449" actId="20577"/>
          <ac:spMkLst>
            <pc:docMk/>
            <pc:sldMk cId="3959565506" sldId="644"/>
            <ac:spMk id="4" creationId="{C1B342E7-CBD6-EC0F-8583-E99C7A785980}"/>
          </ac:spMkLst>
        </pc:spChg>
        <pc:spChg chg="add mod">
          <ac:chgData name="Wick, Felix" userId="85efb633-acf6-425d-a271-4f136bfa2fb0" providerId="ADAL" clId="{DACC29C2-A778-45C7-8543-4D646C639406}" dt="2025-02-28T23:07:11.641" v="4166" actId="1076"/>
          <ac:spMkLst>
            <pc:docMk/>
            <pc:sldMk cId="3959565506" sldId="644"/>
            <ac:spMk id="8" creationId="{534405BB-4AE6-3DE0-4435-2BA14D5E5E77}"/>
          </ac:spMkLst>
        </pc:spChg>
        <pc:spChg chg="add mod">
          <ac:chgData name="Wick, Felix" userId="85efb633-acf6-425d-a271-4f136bfa2fb0" providerId="ADAL" clId="{DACC29C2-A778-45C7-8543-4D646C639406}" dt="2025-02-28T23:08:42.240" v="4215" actId="1076"/>
          <ac:spMkLst>
            <pc:docMk/>
            <pc:sldMk cId="3959565506" sldId="644"/>
            <ac:spMk id="9" creationId="{9DFD6788-AB58-0F4E-35CD-B90D5B84217D}"/>
          </ac:spMkLst>
        </pc:spChg>
        <pc:spChg chg="add mod">
          <ac:chgData name="Wick, Felix" userId="85efb633-acf6-425d-a271-4f136bfa2fb0" providerId="ADAL" clId="{DACC29C2-A778-45C7-8543-4D646C639406}" dt="2025-02-28T23:09:19.659" v="4229" actId="1076"/>
          <ac:spMkLst>
            <pc:docMk/>
            <pc:sldMk cId="3959565506" sldId="644"/>
            <ac:spMk id="10" creationId="{48652AAD-4C2D-6DDD-623F-1D148E35CDFB}"/>
          </ac:spMkLst>
        </pc:spChg>
        <pc:spChg chg="add">
          <ac:chgData name="Wick, Felix" userId="85efb633-acf6-425d-a271-4f136bfa2fb0" providerId="ADAL" clId="{DACC29C2-A778-45C7-8543-4D646C639406}" dt="2025-02-28T23:09:06.344" v="4228" actId="11529"/>
          <ac:spMkLst>
            <pc:docMk/>
            <pc:sldMk cId="3959565506" sldId="644"/>
            <ac:spMk id="11" creationId="{54ED28BA-EA2E-6F0F-A0FC-98B49E1CB8F2}"/>
          </ac:spMkLst>
        </pc:spChg>
        <pc:picChg chg="mod">
          <ac:chgData name="Wick, Felix" userId="85efb633-acf6-425d-a271-4f136bfa2fb0" providerId="ADAL" clId="{DACC29C2-A778-45C7-8543-4D646C639406}" dt="2025-02-28T23:06:28.229" v="4123" actId="1076"/>
          <ac:picMkLst>
            <pc:docMk/>
            <pc:sldMk cId="3959565506" sldId="644"/>
            <ac:picMk id="6" creationId="{967E1670-181A-2B55-75DB-A2C2B516C184}"/>
          </ac:picMkLst>
        </pc:picChg>
      </pc:sldChg>
      <pc:sldChg chg="modSp new del mod">
        <pc:chgData name="Wick, Felix" userId="85efb633-acf6-425d-a271-4f136bfa2fb0" providerId="ADAL" clId="{DACC29C2-A778-45C7-8543-4D646C639406}" dt="2025-03-02T22:16:04.286" v="6166" actId="47"/>
        <pc:sldMkLst>
          <pc:docMk/>
          <pc:sldMk cId="2360084184" sldId="645"/>
        </pc:sldMkLst>
      </pc:sldChg>
      <pc:sldChg chg="modSp new mod">
        <pc:chgData name="Wick, Felix" userId="85efb633-acf6-425d-a271-4f136bfa2fb0" providerId="ADAL" clId="{DACC29C2-A778-45C7-8543-4D646C639406}" dt="2025-03-03T22:59:01.279" v="8859" actId="20577"/>
        <pc:sldMkLst>
          <pc:docMk/>
          <pc:sldMk cId="2314303136" sldId="646"/>
        </pc:sldMkLst>
        <pc:spChg chg="mod">
          <ac:chgData name="Wick, Felix" userId="85efb633-acf6-425d-a271-4f136bfa2fb0" providerId="ADAL" clId="{DACC29C2-A778-45C7-8543-4D646C639406}" dt="2025-03-03T22:59:01.279" v="8859" actId="20577"/>
          <ac:spMkLst>
            <pc:docMk/>
            <pc:sldMk cId="2314303136" sldId="646"/>
            <ac:spMk id="2" creationId="{6BDB5EE4-4917-7552-3EF8-535E8FF39714}"/>
          </ac:spMkLst>
        </pc:spChg>
        <pc:spChg chg="mod">
          <ac:chgData name="Wick, Felix" userId="85efb633-acf6-425d-a271-4f136bfa2fb0" providerId="ADAL" clId="{DACC29C2-A778-45C7-8543-4D646C639406}" dt="2025-03-03T22:58:30.222" v="8850" actId="20577"/>
          <ac:spMkLst>
            <pc:docMk/>
            <pc:sldMk cId="2314303136" sldId="646"/>
            <ac:spMk id="3" creationId="{5F7493C0-4D4B-978F-06C5-66B543DA240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17T15:21:42.532" v="21657" actId="164"/>
        <pc:sldMkLst>
          <pc:docMk/>
          <pc:sldMk cId="878764903" sldId="647"/>
        </pc:sldMkLst>
        <pc:spChg chg="mod ord">
          <ac:chgData name="Wick, Felix" userId="85efb633-acf6-425d-a271-4f136bfa2fb0" providerId="ADAL" clId="{DACC29C2-A778-45C7-8543-4D646C639406}" dt="2025-03-03T10:56:48.461" v="6894" actId="20577"/>
          <ac:spMkLst>
            <pc:docMk/>
            <pc:sldMk cId="878764903" sldId="647"/>
            <ac:spMk id="2" creationId="{C81E629D-8650-B0F4-8EBE-C745B58544E7}"/>
          </ac:spMkLst>
        </pc:spChg>
        <pc:spChg chg="add mod">
          <ac:chgData name="Wick, Felix" userId="85efb633-acf6-425d-a271-4f136bfa2fb0" providerId="ADAL" clId="{DACC29C2-A778-45C7-8543-4D646C639406}" dt="2025-03-17T15:20:54.836" v="21651" actId="1035"/>
          <ac:spMkLst>
            <pc:docMk/>
            <pc:sldMk cId="878764903" sldId="647"/>
            <ac:spMk id="3" creationId="{9260B2DF-BA91-BF4B-9269-8EF8F20FB2E6}"/>
          </ac:spMkLst>
        </pc:spChg>
        <pc:spChg chg="mod ord">
          <ac:chgData name="Wick, Felix" userId="85efb633-acf6-425d-a271-4f136bfa2fb0" providerId="ADAL" clId="{DACC29C2-A778-45C7-8543-4D646C639406}" dt="2025-03-02T22:04:57.685" v="6037" actId="700"/>
          <ac:spMkLst>
            <pc:docMk/>
            <pc:sldMk cId="878764903" sldId="647"/>
            <ac:spMk id="4" creationId="{DA7BC85F-D51F-D91C-1C86-503E2DFF2ECB}"/>
          </ac:spMkLst>
        </pc:spChg>
        <pc:spChg chg="add mod">
          <ac:chgData name="Wick, Felix" userId="85efb633-acf6-425d-a271-4f136bfa2fb0" providerId="ADAL" clId="{DACC29C2-A778-45C7-8543-4D646C639406}" dt="2025-03-03T10:59:36.392" v="7064" actId="1076"/>
          <ac:spMkLst>
            <pc:docMk/>
            <pc:sldMk cId="878764903" sldId="647"/>
            <ac:spMk id="5" creationId="{F1572C84-E19B-E599-F9C9-EACA71F6223C}"/>
          </ac:spMkLst>
        </pc:spChg>
        <pc:spChg chg="add mod">
          <ac:chgData name="Wick, Felix" userId="85efb633-acf6-425d-a271-4f136bfa2fb0" providerId="ADAL" clId="{DACC29C2-A778-45C7-8543-4D646C639406}" dt="2025-03-03T10:58:12.190" v="6988" actId="1036"/>
          <ac:spMkLst>
            <pc:docMk/>
            <pc:sldMk cId="878764903" sldId="647"/>
            <ac:spMk id="8" creationId="{A0CCA029-865F-0F59-41E3-3BEEE9B94F13}"/>
          </ac:spMkLst>
        </pc:spChg>
        <pc:spChg chg="add mod">
          <ac:chgData name="Wick, Felix" userId="85efb633-acf6-425d-a271-4f136bfa2fb0" providerId="ADAL" clId="{DACC29C2-A778-45C7-8543-4D646C639406}" dt="2025-03-17T15:21:42.532" v="21657" actId="164"/>
          <ac:spMkLst>
            <pc:docMk/>
            <pc:sldMk cId="878764903" sldId="647"/>
            <ac:spMk id="11" creationId="{765E20EA-1993-7C32-83ED-E89B6E0D5765}"/>
          </ac:spMkLst>
        </pc:spChg>
        <pc:spChg chg="add mod">
          <ac:chgData name="Wick, Felix" userId="85efb633-acf6-425d-a271-4f136bfa2fb0" providerId="ADAL" clId="{DACC29C2-A778-45C7-8543-4D646C639406}" dt="2025-03-03T10:58:55.511" v="7027" actId="14100"/>
          <ac:spMkLst>
            <pc:docMk/>
            <pc:sldMk cId="878764903" sldId="647"/>
            <ac:spMk id="12" creationId="{A0F107BA-60D5-C90D-5B5B-2493C8BA7C13}"/>
          </ac:spMkLst>
        </pc:spChg>
        <pc:spChg chg="add mod">
          <ac:chgData name="Wick, Felix" userId="85efb633-acf6-425d-a271-4f136bfa2fb0" providerId="ADAL" clId="{DACC29C2-A778-45C7-8543-4D646C639406}" dt="2025-03-17T15:20:22.719" v="21644" actId="14100"/>
          <ac:spMkLst>
            <pc:docMk/>
            <pc:sldMk cId="878764903" sldId="647"/>
            <ac:spMk id="17" creationId="{D201F7FE-D733-3237-98A1-E095BC344592}"/>
          </ac:spMkLst>
        </pc:spChg>
        <pc:grpChg chg="add mod">
          <ac:chgData name="Wick, Felix" userId="85efb633-acf6-425d-a271-4f136bfa2fb0" providerId="ADAL" clId="{DACC29C2-A778-45C7-8543-4D646C639406}" dt="2025-03-17T15:21:42.532" v="21657" actId="164"/>
          <ac:grpSpMkLst>
            <pc:docMk/>
            <pc:sldMk cId="878764903" sldId="647"/>
            <ac:grpSpMk id="13" creationId="{59F6314D-548B-7D6C-C9C2-B248AB74D90F}"/>
          </ac:grpSpMkLst>
        </pc:grpChg>
        <pc:picChg chg="add mod">
          <ac:chgData name="Wick, Felix" userId="85efb633-acf6-425d-a271-4f136bfa2fb0" providerId="ADAL" clId="{DACC29C2-A778-45C7-8543-4D646C639406}" dt="2025-03-17T15:20:03.557" v="21642" actId="1036"/>
          <ac:picMkLst>
            <pc:docMk/>
            <pc:sldMk cId="878764903" sldId="647"/>
            <ac:picMk id="6" creationId="{3506C07F-7EFF-0687-E183-7FADC745BA96}"/>
          </ac:picMkLst>
        </pc:picChg>
        <pc:picChg chg="add mod">
          <ac:chgData name="Wick, Felix" userId="85efb633-acf6-425d-a271-4f136bfa2fb0" providerId="ADAL" clId="{DACC29C2-A778-45C7-8543-4D646C639406}" dt="2025-03-03T10:58:12.190" v="6988" actId="1036"/>
          <ac:picMkLst>
            <pc:docMk/>
            <pc:sldMk cId="878764903" sldId="647"/>
            <ac:picMk id="7" creationId="{2E4B2A2C-84D7-65F1-A18D-889A8D57E518}"/>
          </ac:picMkLst>
        </pc:picChg>
        <pc:picChg chg="add mod">
          <ac:chgData name="Wick, Felix" userId="85efb633-acf6-425d-a271-4f136bfa2fb0" providerId="ADAL" clId="{DACC29C2-A778-45C7-8543-4D646C639406}" dt="2025-03-17T15:13:51.731" v="21618" actId="14100"/>
          <ac:picMkLst>
            <pc:docMk/>
            <pc:sldMk cId="878764903" sldId="647"/>
            <ac:picMk id="10" creationId="{A251072D-7978-1834-9F99-EC7F8B969685}"/>
          </ac:picMkLst>
        </pc:picChg>
        <pc:picChg chg="add mod ord">
          <ac:chgData name="Wick, Felix" userId="85efb633-acf6-425d-a271-4f136bfa2fb0" providerId="ADAL" clId="{DACC29C2-A778-45C7-8543-4D646C639406}" dt="2025-03-17T15:21:42.532" v="21657" actId="164"/>
          <ac:picMkLst>
            <pc:docMk/>
            <pc:sldMk cId="878764903" sldId="647"/>
            <ac:picMk id="10" creationId="{D6B998AB-63C1-DF6A-C56D-244F6D068886}"/>
          </ac:picMkLst>
        </pc:picChg>
        <pc:cxnChg chg="add mod">
          <ac:chgData name="Wick, Felix" userId="85efb633-acf6-425d-a271-4f136bfa2fb0" providerId="ADAL" clId="{DACC29C2-A778-45C7-8543-4D646C639406}" dt="2025-03-03T10:58:12.190" v="6988" actId="1036"/>
          <ac:cxnSpMkLst>
            <pc:docMk/>
            <pc:sldMk cId="878764903" sldId="647"/>
            <ac:cxnSpMk id="9" creationId="{8BDF137D-A14A-CD1F-E1FF-4445B1489D7F}"/>
          </ac:cxnSpMkLst>
        </pc:cxnChg>
        <pc:cxnChg chg="add mod">
          <ac:chgData name="Wick, Felix" userId="85efb633-acf6-425d-a271-4f136bfa2fb0" providerId="ADAL" clId="{DACC29C2-A778-45C7-8543-4D646C639406}" dt="2025-03-03T10:58:55.511" v="7027" actId="14100"/>
          <ac:cxnSpMkLst>
            <pc:docMk/>
            <pc:sldMk cId="878764903" sldId="647"/>
            <ac:cxnSpMk id="14" creationId="{5EF22EBF-9A26-F644-6BF4-D0E61D1EE0D2}"/>
          </ac:cxnSpMkLst>
        </pc:cxnChg>
        <pc:cxnChg chg="add">
          <ac:chgData name="Wick, Felix" userId="85efb633-acf6-425d-a271-4f136bfa2fb0" providerId="ADAL" clId="{DACC29C2-A778-45C7-8543-4D646C639406}" dt="2025-03-03T10:59:45.899" v="7065" actId="11529"/>
          <ac:cxnSpMkLst>
            <pc:docMk/>
            <pc:sldMk cId="878764903" sldId="647"/>
            <ac:cxnSpMk id="16" creationId="{F8032BC2-40BB-1172-BBC6-11E26F624602}"/>
          </ac:cxnSpMkLst>
        </pc:cxn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415339402" sldId="648"/>
        </pc:sldMkLst>
      </pc:sldChg>
      <pc:sldChg chg="ord">
        <pc:chgData name="Wick, Felix" userId="85efb633-acf6-425d-a271-4f136bfa2fb0" providerId="ADAL" clId="{DACC29C2-A778-45C7-8543-4D646C639406}" dt="2025-03-02T22:32:16.007" v="6372"/>
        <pc:sldMkLst>
          <pc:docMk/>
          <pc:sldMk cId="677017539" sldId="648"/>
        </pc:sldMkLst>
      </pc:sldChg>
      <pc:sldChg chg="new add del">
        <pc:chgData name="Wick, Felix" userId="85efb633-acf6-425d-a271-4f136bfa2fb0" providerId="ADAL" clId="{DACC29C2-A778-45C7-8543-4D646C639406}" dt="2025-02-28T23:27:01.373" v="4795" actId="680"/>
        <pc:sldMkLst>
          <pc:docMk/>
          <pc:sldMk cId="2625905582" sldId="64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800957391" sldId="648"/>
        </pc:sldMkLst>
      </pc:sldChg>
      <pc:sldChg chg="modSp mod">
        <pc:chgData name="Wick, Felix" userId="85efb633-acf6-425d-a271-4f136bfa2fb0" providerId="ADAL" clId="{DACC29C2-A778-45C7-8543-4D646C639406}" dt="2025-03-11T13:27:38.023" v="15304" actId="20577"/>
        <pc:sldMkLst>
          <pc:docMk/>
          <pc:sldMk cId="2390545243" sldId="660"/>
        </pc:sldMkLst>
        <pc:spChg chg="mod">
          <ac:chgData name="Wick, Felix" userId="85efb633-acf6-425d-a271-4f136bfa2fb0" providerId="ADAL" clId="{DACC29C2-A778-45C7-8543-4D646C639406}" dt="2025-03-11T12:50:42.154" v="15178" actId="20577"/>
          <ac:spMkLst>
            <pc:docMk/>
            <pc:sldMk cId="2390545243" sldId="660"/>
            <ac:spMk id="2" creationId="{33DF21D9-FF5D-C3E5-303B-C7486233A2D3}"/>
          </ac:spMkLst>
        </pc:spChg>
        <pc:spChg chg="mod">
          <ac:chgData name="Wick, Felix" userId="85efb633-acf6-425d-a271-4f136bfa2fb0" providerId="ADAL" clId="{DACC29C2-A778-45C7-8543-4D646C639406}" dt="2025-03-11T13:27:38.023" v="15304" actId="20577"/>
          <ac:spMkLst>
            <pc:docMk/>
            <pc:sldMk cId="2390545243" sldId="660"/>
            <ac:spMk id="3" creationId="{2C9B8950-3962-3E65-657F-0D6D5FCC0917}"/>
          </ac:spMkLst>
        </pc:spChg>
        <pc:spChg chg="mod">
          <ac:chgData name="Wick, Felix" userId="85efb633-acf6-425d-a271-4f136bfa2fb0" providerId="ADAL" clId="{DACC29C2-A778-45C7-8543-4D646C639406}" dt="2025-03-11T07:29:56.439" v="13134" actId="14100"/>
          <ac:spMkLst>
            <pc:docMk/>
            <pc:sldMk cId="2390545243" sldId="660"/>
            <ac:spMk id="7" creationId="{97C37BBE-A31B-A747-6DD5-43852D4E8287}"/>
          </ac:spMkLst>
        </pc:spChg>
      </pc:sldChg>
      <pc:sldChg chg="modSp mod ord">
        <pc:chgData name="Wick, Felix" userId="85efb633-acf6-425d-a271-4f136bfa2fb0" providerId="ADAL" clId="{DACC29C2-A778-45C7-8543-4D646C639406}" dt="2025-03-04T20:38:50.067" v="9704" actId="20577"/>
        <pc:sldMkLst>
          <pc:docMk/>
          <pc:sldMk cId="2162971971" sldId="663"/>
        </pc:sldMkLst>
        <pc:spChg chg="mod">
          <ac:chgData name="Wick, Felix" userId="85efb633-acf6-425d-a271-4f136bfa2fb0" providerId="ADAL" clId="{DACC29C2-A778-45C7-8543-4D646C639406}" dt="2025-03-04T20:38:50.067" v="9704" actId="20577"/>
          <ac:spMkLst>
            <pc:docMk/>
            <pc:sldMk cId="2162971971" sldId="663"/>
            <ac:spMk id="3" creationId="{A1541331-1EA8-7121-4AB9-11E120F6A289}"/>
          </ac:spMkLst>
        </pc:spChg>
      </pc:sldChg>
      <pc:sldChg chg="modSp mod">
        <pc:chgData name="Wick, Felix" userId="85efb633-acf6-425d-a271-4f136bfa2fb0" providerId="ADAL" clId="{DACC29C2-A778-45C7-8543-4D646C639406}" dt="2025-03-04T20:47:47.074" v="9991" actId="1076"/>
        <pc:sldMkLst>
          <pc:docMk/>
          <pc:sldMk cId="3192814766" sldId="666"/>
        </pc:sldMkLst>
        <pc:spChg chg="mod">
          <ac:chgData name="Wick, Felix" userId="85efb633-acf6-425d-a271-4f136bfa2fb0" providerId="ADAL" clId="{DACC29C2-A778-45C7-8543-4D646C639406}" dt="2025-03-04T20:47:20.175" v="9986" actId="20577"/>
          <ac:spMkLst>
            <pc:docMk/>
            <pc:sldMk cId="3192814766" sldId="666"/>
            <ac:spMk id="3" creationId="{4AF7CAC1-B0A8-92C2-3452-AB74B587E806}"/>
          </ac:spMkLst>
        </pc:spChg>
        <pc:spChg chg="mod">
          <ac:chgData name="Wick, Felix" userId="85efb633-acf6-425d-a271-4f136bfa2fb0" providerId="ADAL" clId="{DACC29C2-A778-45C7-8543-4D646C639406}" dt="2025-03-04T20:47:43.186" v="9990" actId="1076"/>
          <ac:spMkLst>
            <pc:docMk/>
            <pc:sldMk cId="3192814766" sldId="666"/>
            <ac:spMk id="6" creationId="{5F576504-D693-F9BF-720C-104411398853}"/>
          </ac:spMkLst>
        </pc:spChg>
        <pc:spChg chg="mod">
          <ac:chgData name="Wick, Felix" userId="85efb633-acf6-425d-a271-4f136bfa2fb0" providerId="ADAL" clId="{DACC29C2-A778-45C7-8543-4D646C639406}" dt="2025-03-04T20:41:46.735" v="9803" actId="14100"/>
          <ac:spMkLst>
            <pc:docMk/>
            <pc:sldMk cId="3192814766" sldId="666"/>
            <ac:spMk id="11" creationId="{5BD97AA5-9CB7-75FA-29BE-77EB0B8E92C5}"/>
          </ac:spMkLst>
        </pc:spChg>
        <pc:picChg chg="mod">
          <ac:chgData name="Wick, Felix" userId="85efb633-acf6-425d-a271-4f136bfa2fb0" providerId="ADAL" clId="{DACC29C2-A778-45C7-8543-4D646C639406}" dt="2025-03-04T20:47:47.074" v="9991" actId="1076"/>
          <ac:picMkLst>
            <pc:docMk/>
            <pc:sldMk cId="3192814766" sldId="666"/>
            <ac:picMk id="5" creationId="{F94ED2C2-C648-CEE3-EA1E-E052B3F3F2CF}"/>
          </ac:picMkLst>
        </pc:picChg>
      </pc:sldChg>
      <pc:sldChg chg="delSp modSp mod">
        <pc:chgData name="Wick, Felix" userId="85efb633-acf6-425d-a271-4f136bfa2fb0" providerId="ADAL" clId="{DACC29C2-A778-45C7-8543-4D646C639406}" dt="2025-03-04T20:41:02.760" v="9801" actId="1076"/>
        <pc:sldMkLst>
          <pc:docMk/>
          <pc:sldMk cId="4093813947" sldId="667"/>
        </pc:sldMkLst>
        <pc:spChg chg="mod">
          <ac:chgData name="Wick, Felix" userId="85efb633-acf6-425d-a271-4f136bfa2fb0" providerId="ADAL" clId="{DACC29C2-A778-45C7-8543-4D646C639406}" dt="2025-03-04T20:41:02.760" v="9801" actId="1076"/>
          <ac:spMkLst>
            <pc:docMk/>
            <pc:sldMk cId="4093813947" sldId="667"/>
            <ac:spMk id="11" creationId="{9ABA6C7F-DF95-6A7E-1CB7-270F51FC54F8}"/>
          </ac:spMkLst>
        </pc:spChg>
        <pc:grpChg chg="mod">
          <ac:chgData name="Wick, Felix" userId="85efb633-acf6-425d-a271-4f136bfa2fb0" providerId="ADAL" clId="{DACC29C2-A778-45C7-8543-4D646C639406}" dt="2025-03-04T20:40:59.351" v="9800" actId="1076"/>
          <ac:grpSpMkLst>
            <pc:docMk/>
            <pc:sldMk cId="4093813947" sldId="667"/>
            <ac:grpSpMk id="10" creationId="{8BB9F430-1E54-F6C3-BAED-959D781F77EE}"/>
          </ac:grpSpMkLst>
        </pc:grpChg>
      </pc:sldChg>
      <pc:sldChg chg="modSp mod">
        <pc:chgData name="Wick, Felix" userId="85efb633-acf6-425d-a271-4f136bfa2fb0" providerId="ADAL" clId="{DACC29C2-A778-45C7-8543-4D646C639406}" dt="2025-03-11T08:46:39.562" v="13520" actId="20577"/>
        <pc:sldMkLst>
          <pc:docMk/>
          <pc:sldMk cId="4055136420" sldId="672"/>
        </pc:sldMkLst>
        <pc:spChg chg="mod">
          <ac:chgData name="Wick, Felix" userId="85efb633-acf6-425d-a271-4f136bfa2fb0" providerId="ADAL" clId="{DACC29C2-A778-45C7-8543-4D646C639406}" dt="2025-03-11T08:46:39.562" v="13520" actId="20577"/>
          <ac:spMkLst>
            <pc:docMk/>
            <pc:sldMk cId="4055136420" sldId="672"/>
            <ac:spMk id="3" creationId="{8F702A78-E7E1-8AB3-28CF-DF22B7BBE8E0}"/>
          </ac:spMkLst>
        </pc:sp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13665606" sldId="673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893516341" sldId="673"/>
        </pc:sldMkLst>
      </pc:sldChg>
      <pc:sldChg chg="del">
        <pc:chgData name="Wick, Felix" userId="85efb633-acf6-425d-a271-4f136bfa2fb0" providerId="ADAL" clId="{DACC29C2-A778-45C7-8543-4D646C639406}" dt="2025-03-02T22:33:25.244" v="6373" actId="2696"/>
        <pc:sldMkLst>
          <pc:docMk/>
          <pc:sldMk cId="3283369607" sldId="673"/>
        </pc:sldMkLst>
      </pc:sldChg>
      <pc:sldChg chg="modSp mod ord">
        <pc:chgData name="Wick, Felix" userId="85efb633-acf6-425d-a271-4f136bfa2fb0" providerId="ADAL" clId="{DACC29C2-A778-45C7-8543-4D646C639406}" dt="2025-03-04T20:35:44.229" v="9579" actId="20577"/>
        <pc:sldMkLst>
          <pc:docMk/>
          <pc:sldMk cId="4251077668" sldId="673"/>
        </pc:sldMkLst>
        <pc:spChg chg="mod">
          <ac:chgData name="Wick, Felix" userId="85efb633-acf6-425d-a271-4f136bfa2fb0" providerId="ADAL" clId="{DACC29C2-A778-45C7-8543-4D646C639406}" dt="2025-03-04T20:34:33.659" v="9462" actId="20577"/>
          <ac:spMkLst>
            <pc:docMk/>
            <pc:sldMk cId="4251077668" sldId="673"/>
            <ac:spMk id="3" creationId="{2E49B127-C9F3-B448-BA96-B8B57FF80309}"/>
          </ac:spMkLst>
        </pc:spChg>
        <pc:spChg chg="mod">
          <ac:chgData name="Wick, Felix" userId="85efb633-acf6-425d-a271-4f136bfa2fb0" providerId="ADAL" clId="{DACC29C2-A778-45C7-8543-4D646C639406}" dt="2025-03-04T20:35:44.229" v="9579" actId="20577"/>
          <ac:spMkLst>
            <pc:docMk/>
            <pc:sldMk cId="4251077668" sldId="673"/>
            <ac:spMk id="5" creationId="{FE647773-77AB-D9E6-EB9E-5DB0C0847F54}"/>
          </ac:spMkLst>
        </pc:spChg>
        <pc:cxnChg chg="mod">
          <ac:chgData name="Wick, Felix" userId="85efb633-acf6-425d-a271-4f136bfa2fb0" providerId="ADAL" clId="{DACC29C2-A778-45C7-8543-4D646C639406}" dt="2025-03-04T20:35:37.908" v="9577" actId="1038"/>
          <ac:cxnSpMkLst>
            <pc:docMk/>
            <pc:sldMk cId="4251077668" sldId="673"/>
            <ac:cxnSpMk id="7" creationId="{3DDE650F-67C6-DDBF-3A4B-79E831C2EE45}"/>
          </ac:cxnSpMkLst>
        </pc:cxnChg>
      </pc:sldChg>
      <pc:sldChg chg="addSp delSp modSp mod ord">
        <pc:chgData name="Wick, Felix" userId="85efb633-acf6-425d-a271-4f136bfa2fb0" providerId="ADAL" clId="{DACC29C2-A778-45C7-8543-4D646C639406}" dt="2025-03-13T10:52:23.397" v="21387" actId="20577"/>
        <pc:sldMkLst>
          <pc:docMk/>
          <pc:sldMk cId="1746448134" sldId="675"/>
        </pc:sldMkLst>
        <pc:spChg chg="mod">
          <ac:chgData name="Wick, Felix" userId="85efb633-acf6-425d-a271-4f136bfa2fb0" providerId="ADAL" clId="{DACC29C2-A778-45C7-8543-4D646C639406}" dt="2025-03-13T10:52:23.397" v="21387" actId="20577"/>
          <ac:spMkLst>
            <pc:docMk/>
            <pc:sldMk cId="1746448134" sldId="675"/>
            <ac:spMk id="2" creationId="{68E39D48-8CC9-D2AC-40B6-41BC30D8D88F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1" creationId="{BC546D8C-B4E8-0205-41DD-80D24C4EF046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2" creationId="{1C9C8443-863C-0D5E-F9CA-AAA028A0B5FD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3" creationId="{54FE7DE3-071C-B48C-07B1-979A7B97AF6B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4" creationId="{6D7D3177-DAF4-108D-24ED-F752323DBF8D}"/>
          </ac:spMkLst>
        </pc:spChg>
        <pc:picChg chg="add 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7" creationId="{60FC894E-70C0-A954-E1C5-0B11260A3791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8" creationId="{65F25B58-3286-741E-95B6-ECD05D1E5144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10" creationId="{818D47AD-B14B-90FF-3DA1-29898B909DF1}"/>
          </ac:picMkLst>
        </pc:pic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30138593" sldId="676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732648581" sldId="676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35530104" sldId="677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493900073" sldId="677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85342948" sldId="67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2221649355" sldId="678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241006360" sldId="679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099308310" sldId="679"/>
        </pc:sldMkLst>
      </pc:sldChg>
      <pc:sldChg chg="modSp mod">
        <pc:chgData name="Wick, Felix" userId="85efb633-acf6-425d-a271-4f136bfa2fb0" providerId="ADAL" clId="{DACC29C2-A778-45C7-8543-4D646C639406}" dt="2025-03-04T20:40:19.427" v="9799" actId="20577"/>
        <pc:sldMkLst>
          <pc:docMk/>
          <pc:sldMk cId="1466894879" sldId="681"/>
        </pc:sldMkLst>
        <pc:spChg chg="mod">
          <ac:chgData name="Wick, Felix" userId="85efb633-acf6-425d-a271-4f136bfa2fb0" providerId="ADAL" clId="{DACC29C2-A778-45C7-8543-4D646C639406}" dt="2025-03-04T20:40:19.427" v="9799" actId="20577"/>
          <ac:spMkLst>
            <pc:docMk/>
            <pc:sldMk cId="1466894879" sldId="681"/>
            <ac:spMk id="3" creationId="{EF16A17F-5976-A798-3A51-2C69A51CAB8D}"/>
          </ac:spMkLst>
        </pc:spChg>
      </pc:sldChg>
      <pc:sldChg chg="modSp mod">
        <pc:chgData name="Wick, Felix" userId="85efb633-acf6-425d-a271-4f136bfa2fb0" providerId="ADAL" clId="{DACC29C2-A778-45C7-8543-4D646C639406}" dt="2025-03-04T20:46:26.872" v="9982" actId="20577"/>
        <pc:sldMkLst>
          <pc:docMk/>
          <pc:sldMk cId="1858057535" sldId="682"/>
        </pc:sldMkLst>
        <pc:spChg chg="mod">
          <ac:chgData name="Wick, Felix" userId="85efb633-acf6-425d-a271-4f136bfa2fb0" providerId="ADAL" clId="{DACC29C2-A778-45C7-8543-4D646C639406}" dt="2025-03-04T20:46:26.872" v="9982" actId="20577"/>
          <ac:spMkLst>
            <pc:docMk/>
            <pc:sldMk cId="1858057535" sldId="682"/>
            <ac:spMk id="3" creationId="{B5CB39B5-6523-02D9-3D27-550AE049CC78}"/>
          </ac:spMkLst>
        </pc:spChg>
      </pc:sldChg>
      <pc:sldChg chg="del">
        <pc:chgData name="Wick, Felix" userId="85efb633-acf6-425d-a271-4f136bfa2fb0" providerId="ADAL" clId="{DACC29C2-A778-45C7-8543-4D646C639406}" dt="2025-03-11T07:41:44.707" v="13162" actId="47"/>
        <pc:sldMkLst>
          <pc:docMk/>
          <pc:sldMk cId="2558699749" sldId="686"/>
        </pc:sldMkLst>
      </pc:sldChg>
      <pc:sldChg chg="del">
        <pc:chgData name="Wick, Felix" userId="85efb633-acf6-425d-a271-4f136bfa2fb0" providerId="ADAL" clId="{DACC29C2-A778-45C7-8543-4D646C639406}" dt="2025-03-11T07:41:50.463" v="13165" actId="47"/>
        <pc:sldMkLst>
          <pc:docMk/>
          <pc:sldMk cId="2453211845" sldId="687"/>
        </pc:sldMkLst>
      </pc:sldChg>
      <pc:sldChg chg="del">
        <pc:chgData name="Wick, Felix" userId="85efb633-acf6-425d-a271-4f136bfa2fb0" providerId="ADAL" clId="{DACC29C2-A778-45C7-8543-4D646C639406}" dt="2025-03-11T07:41:48.548" v="13164" actId="47"/>
        <pc:sldMkLst>
          <pc:docMk/>
          <pc:sldMk cId="1938744512" sldId="689"/>
        </pc:sldMkLst>
      </pc:sldChg>
      <pc:sldChg chg="modSp del mod">
        <pc:chgData name="Wick, Felix" userId="85efb633-acf6-425d-a271-4f136bfa2fb0" providerId="ADAL" clId="{DACC29C2-A778-45C7-8543-4D646C639406}" dt="2025-03-11T08:54:04.448" v="13817" actId="1035"/>
        <pc:sldMkLst>
          <pc:docMk/>
          <pc:sldMk cId="1856691976" sldId="691"/>
        </pc:sldMkLst>
        <pc:spChg chg="mod">
          <ac:chgData name="Wick, Felix" userId="85efb633-acf6-425d-a271-4f136bfa2fb0" providerId="ADAL" clId="{DACC29C2-A778-45C7-8543-4D646C639406}" dt="2025-03-11T08:50:37.148" v="13641" actId="20577"/>
          <ac:spMkLst>
            <pc:docMk/>
            <pc:sldMk cId="1856691976" sldId="691"/>
            <ac:spMk id="2" creationId="{A7474060-D643-327D-CF77-8F9DDCB4F7E7}"/>
          </ac:spMkLst>
        </pc:spChg>
        <pc:spChg chg="mod">
          <ac:chgData name="Wick, Felix" userId="85efb633-acf6-425d-a271-4f136bfa2fb0" providerId="ADAL" clId="{DACC29C2-A778-45C7-8543-4D646C639406}" dt="2025-03-11T08:53:16.805" v="13738" actId="20577"/>
          <ac:spMkLst>
            <pc:docMk/>
            <pc:sldMk cId="1856691976" sldId="691"/>
            <ac:spMk id="3" creationId="{CCF557F2-0176-DBF3-CB5B-215160025D8D}"/>
          </ac:spMkLst>
        </pc:spChg>
        <pc:spChg chg="mod">
          <ac:chgData name="Wick, Felix" userId="85efb633-acf6-425d-a271-4f136bfa2fb0" providerId="ADAL" clId="{DACC29C2-A778-45C7-8543-4D646C639406}" dt="2025-03-11T08:53:58.991" v="13802" actId="1038"/>
          <ac:spMkLst>
            <pc:docMk/>
            <pc:sldMk cId="1856691976" sldId="691"/>
            <ac:spMk id="9" creationId="{5A54FEA7-9ED6-E840-E364-2E213A78E49D}"/>
          </ac:spMkLst>
        </pc:spChg>
        <pc:picChg chg="mod">
          <ac:chgData name="Wick, Felix" userId="85efb633-acf6-425d-a271-4f136bfa2fb0" providerId="ADAL" clId="{DACC29C2-A778-45C7-8543-4D646C639406}" dt="2025-03-11T08:53:52.322" v="13770" actId="1035"/>
          <ac:picMkLst>
            <pc:docMk/>
            <pc:sldMk cId="1856691976" sldId="691"/>
            <ac:picMk id="6" creationId="{840CCB4E-F027-677F-EDFA-C4441AC82ED8}"/>
          </ac:picMkLst>
        </pc:picChg>
        <pc:picChg chg="mod">
          <ac:chgData name="Wick, Felix" userId="85efb633-acf6-425d-a271-4f136bfa2fb0" providerId="ADAL" clId="{DACC29C2-A778-45C7-8543-4D646C639406}" dt="2025-03-11T08:54:04.448" v="13817" actId="1035"/>
          <ac:picMkLst>
            <pc:docMk/>
            <pc:sldMk cId="1856691976" sldId="691"/>
            <ac:picMk id="8" creationId="{B4258170-24A4-C1F9-98F7-CB068AFFAF7A}"/>
          </ac:picMkLst>
        </pc:picChg>
      </pc:sldChg>
      <pc:sldChg chg="ord">
        <pc:chgData name="Wick, Felix" userId="85efb633-acf6-425d-a271-4f136bfa2fb0" providerId="ADAL" clId="{DACC29C2-A778-45C7-8543-4D646C639406}" dt="2025-03-13T10:45:18.609" v="21238"/>
        <pc:sldMkLst>
          <pc:docMk/>
          <pc:sldMk cId="1609967323" sldId="696"/>
        </pc:sldMkLst>
      </pc:sldChg>
      <pc:sldChg chg="modSp mod">
        <pc:chgData name="Wick, Felix" userId="85efb633-acf6-425d-a271-4f136bfa2fb0" providerId="ADAL" clId="{DACC29C2-A778-45C7-8543-4D646C639406}" dt="2025-03-03T22:53:00.529" v="8709" actId="255"/>
        <pc:sldMkLst>
          <pc:docMk/>
          <pc:sldMk cId="4130628079" sldId="698"/>
        </pc:sldMkLst>
        <pc:spChg chg="mod">
          <ac:chgData name="Wick, Felix" userId="85efb633-acf6-425d-a271-4f136bfa2fb0" providerId="ADAL" clId="{DACC29C2-A778-45C7-8543-4D646C639406}" dt="2025-03-03T22:53:00.529" v="8709" actId="255"/>
          <ac:spMkLst>
            <pc:docMk/>
            <pc:sldMk cId="4130628079" sldId="698"/>
            <ac:spMk id="2" creationId="{A4C1154B-162F-0991-56C4-5E4A38B650E5}"/>
          </ac:spMkLst>
        </pc:spChg>
      </pc:sldChg>
      <pc:sldChg chg="addSp modSp mod">
        <pc:chgData name="Wick, Felix" userId="85efb633-acf6-425d-a271-4f136bfa2fb0" providerId="ADAL" clId="{DACC29C2-A778-45C7-8543-4D646C639406}" dt="2025-03-11T07:24:21.690" v="13031" actId="20577"/>
        <pc:sldMkLst>
          <pc:docMk/>
          <pc:sldMk cId="2216886540" sldId="701"/>
        </pc:sldMkLst>
        <pc:spChg chg="mod">
          <ac:chgData name="Wick, Felix" userId="85efb633-acf6-425d-a271-4f136bfa2fb0" providerId="ADAL" clId="{DACC29C2-A778-45C7-8543-4D646C639406}" dt="2025-03-11T07:24:05.791" v="13000" actId="20577"/>
          <ac:spMkLst>
            <pc:docMk/>
            <pc:sldMk cId="2216886540" sldId="701"/>
            <ac:spMk id="2" creationId="{F6F36378-B0E8-0A6A-B222-A7BCF6313A9E}"/>
          </ac:spMkLst>
        </pc:spChg>
        <pc:spChg chg="mod">
          <ac:chgData name="Wick, Felix" userId="85efb633-acf6-425d-a271-4f136bfa2fb0" providerId="ADAL" clId="{DACC29C2-A778-45C7-8543-4D646C639406}" dt="2025-03-11T07:24:21.690" v="13031" actId="20577"/>
          <ac:spMkLst>
            <pc:docMk/>
            <pc:sldMk cId="2216886540" sldId="701"/>
            <ac:spMk id="3" creationId="{FB64026C-6524-7C3F-3776-92D2088973C0}"/>
          </ac:spMkLst>
        </pc:spChg>
        <pc:spChg chg="add mod">
          <ac:chgData name="Wick, Felix" userId="85efb633-acf6-425d-a271-4f136bfa2fb0" providerId="ADAL" clId="{DACC29C2-A778-45C7-8543-4D646C639406}" dt="2025-03-03T22:44:25.952" v="8601" actId="5793"/>
          <ac:spMkLst>
            <pc:docMk/>
            <pc:sldMk cId="2216886540" sldId="701"/>
            <ac:spMk id="5" creationId="{958EAC5D-631B-BA7D-C855-C118147FD865}"/>
          </ac:spMkLst>
        </pc:spChg>
        <pc:cxnChg chg="add">
          <ac:chgData name="Wick, Felix" userId="85efb633-acf6-425d-a271-4f136bfa2fb0" providerId="ADAL" clId="{DACC29C2-A778-45C7-8543-4D646C639406}" dt="2025-03-03T22:40:04.443" v="8504" actId="11529"/>
          <ac:cxnSpMkLst>
            <pc:docMk/>
            <pc:sldMk cId="2216886540" sldId="701"/>
            <ac:cxnSpMk id="7" creationId="{33DB61C5-AEC3-8483-6A04-DA5478770F33}"/>
          </ac:cxnSpMkLst>
        </pc:cxnChg>
      </pc:sldChg>
      <pc:sldChg chg="addSp modSp mod">
        <pc:chgData name="Wick, Felix" userId="85efb633-acf6-425d-a271-4f136bfa2fb0" providerId="ADAL" clId="{DACC29C2-A778-45C7-8543-4D646C639406}" dt="2025-03-14T20:36:45.579" v="21613" actId="20577"/>
        <pc:sldMkLst>
          <pc:docMk/>
          <pc:sldMk cId="3289510705" sldId="702"/>
        </pc:sldMkLst>
        <pc:spChg chg="mod">
          <ac:chgData name="Wick, Felix" userId="85efb633-acf6-425d-a271-4f136bfa2fb0" providerId="ADAL" clId="{DACC29C2-A778-45C7-8543-4D646C639406}" dt="2025-03-11T13:19:28.235" v="15273" actId="20577"/>
          <ac:spMkLst>
            <pc:docMk/>
            <pc:sldMk cId="3289510705" sldId="702"/>
            <ac:spMk id="2" creationId="{34EBBB3A-DCB1-2615-9422-36886541982C}"/>
          </ac:spMkLst>
        </pc:spChg>
        <pc:spChg chg="mod">
          <ac:chgData name="Wick, Felix" userId="85efb633-acf6-425d-a271-4f136bfa2fb0" providerId="ADAL" clId="{DACC29C2-A778-45C7-8543-4D646C639406}" dt="2025-03-14T20:36:45.579" v="21613" actId="20577"/>
          <ac:spMkLst>
            <pc:docMk/>
            <pc:sldMk cId="3289510705" sldId="702"/>
            <ac:spMk id="3" creationId="{208ADB79-8970-5316-EAF4-3D55E9F0F19A}"/>
          </ac:spMkLst>
        </pc:spChg>
        <pc:spChg chg="add mod">
          <ac:chgData name="Wick, Felix" userId="85efb633-acf6-425d-a271-4f136bfa2fb0" providerId="ADAL" clId="{DACC29C2-A778-45C7-8543-4D646C639406}" dt="2025-03-11T22:27:36.850" v="17481" actId="1076"/>
          <ac:spMkLst>
            <pc:docMk/>
            <pc:sldMk cId="3289510705" sldId="702"/>
            <ac:spMk id="11" creationId="{B608CB48-7DC8-E5DE-2B1C-FFC8415110A1}"/>
          </ac:spMkLst>
        </pc:spChg>
        <pc:spChg chg="add mod">
          <ac:chgData name="Wick, Felix" userId="85efb633-acf6-425d-a271-4f136bfa2fb0" providerId="ADAL" clId="{DACC29C2-A778-45C7-8543-4D646C639406}" dt="2025-03-11T22:31:29.996" v="17561" actId="1076"/>
          <ac:spMkLst>
            <pc:docMk/>
            <pc:sldMk cId="3289510705" sldId="702"/>
            <ac:spMk id="12" creationId="{C269F4AA-E0AB-42BB-442C-F48675ADE684}"/>
          </ac:spMkLst>
        </pc:spChg>
        <pc:picChg chg="add mod">
          <ac:chgData name="Wick, Felix" userId="85efb633-acf6-425d-a271-4f136bfa2fb0" providerId="ADAL" clId="{DACC29C2-A778-45C7-8543-4D646C639406}" dt="2025-03-11T22:20:58.039" v="17394" actId="1076"/>
          <ac:picMkLst>
            <pc:docMk/>
            <pc:sldMk cId="3289510705" sldId="702"/>
            <ac:picMk id="5" creationId="{027159FC-CE30-6324-7380-EFADE2A01EC4}"/>
          </ac:picMkLst>
        </pc:picChg>
        <pc:picChg chg="add mod">
          <ac:chgData name="Wick, Felix" userId="85efb633-acf6-425d-a271-4f136bfa2fb0" providerId="ADAL" clId="{DACC29C2-A778-45C7-8543-4D646C639406}" dt="2025-03-11T22:20:46.101" v="17392" actId="1076"/>
          <ac:picMkLst>
            <pc:docMk/>
            <pc:sldMk cId="3289510705" sldId="702"/>
            <ac:picMk id="8" creationId="{0B5E3505-9A4C-CE9F-3121-5CFA439BCC34}"/>
          </ac:picMkLst>
        </pc:picChg>
        <pc:picChg chg="add mod">
          <ac:chgData name="Wick, Felix" userId="85efb633-acf6-425d-a271-4f136bfa2fb0" providerId="ADAL" clId="{DACC29C2-A778-45C7-8543-4D646C639406}" dt="2025-03-11T22:25:59.581" v="17446" actId="1076"/>
          <ac:picMkLst>
            <pc:docMk/>
            <pc:sldMk cId="3289510705" sldId="702"/>
            <ac:picMk id="10" creationId="{F6E39D39-3725-E61F-BE80-5F93CB489E45}"/>
          </ac:picMkLst>
        </pc:picChg>
      </pc:sldChg>
      <pc:sldChg chg="del">
        <pc:chgData name="Wick, Felix" userId="85efb633-acf6-425d-a271-4f136bfa2fb0" providerId="ADAL" clId="{DACC29C2-A778-45C7-8543-4D646C639406}" dt="2025-03-11T07:41:56.197" v="13167" actId="47"/>
        <pc:sldMkLst>
          <pc:docMk/>
          <pc:sldMk cId="2464825602" sldId="703"/>
        </pc:sldMkLst>
      </pc:sldChg>
      <pc:sldChg chg="addSp delSp modSp mod modClrScheme chgLayout">
        <pc:chgData name="Wick, Felix" userId="85efb633-acf6-425d-a271-4f136bfa2fb0" providerId="ADAL" clId="{DACC29C2-A778-45C7-8543-4D646C639406}" dt="2025-03-09T22:08:54.216" v="12052" actId="11529"/>
        <pc:sldMkLst>
          <pc:docMk/>
          <pc:sldMk cId="454529464" sldId="704"/>
        </pc:sldMkLst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4" creationId="{B22F4314-ADE6-4850-AD9C-A97E3BB61239}"/>
          </ac:spMkLst>
        </pc:spChg>
        <pc:spChg chg="add mod ord">
          <ac:chgData name="Wick, Felix" userId="85efb633-acf6-425d-a271-4f136bfa2fb0" providerId="ADAL" clId="{DACC29C2-A778-45C7-8543-4D646C639406}" dt="2025-03-09T22:05:52.928" v="12029" actId="20577"/>
          <ac:spMkLst>
            <pc:docMk/>
            <pc:sldMk cId="454529464" sldId="704"/>
            <ac:spMk id="5" creationId="{6EE8D4DB-3F39-79FD-DD1F-87AC1D9FA82C}"/>
          </ac:spMkLst>
        </pc:spChg>
        <pc:spChg chg="add mod">
          <ac:chgData name="Wick, Felix" userId="85efb633-acf6-425d-a271-4f136bfa2fb0" providerId="ADAL" clId="{DACC29C2-A778-45C7-8543-4D646C639406}" dt="2025-03-09T22:08:48.485" v="12051" actId="1076"/>
          <ac:spMkLst>
            <pc:docMk/>
            <pc:sldMk cId="454529464" sldId="704"/>
            <ac:spMk id="6" creationId="{CA3567F9-DDCA-3349-980F-F9F466E27B4F}"/>
          </ac:spMkLst>
        </pc:spChg>
        <pc:spChg chg="mod">
          <ac:chgData name="Wick, Felix" userId="85efb633-acf6-425d-a271-4f136bfa2fb0" providerId="ADAL" clId="{DACC29C2-A778-45C7-8543-4D646C639406}" dt="2025-03-09T22:01:25.857" v="11948" actId="1076"/>
          <ac:spMkLst>
            <pc:docMk/>
            <pc:sldMk cId="454529464" sldId="704"/>
            <ac:spMk id="9" creationId="{387EF6F9-539B-18EB-98A0-5324F809E7C5}"/>
          </ac:spMkLst>
        </pc:spChg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10" creationId="{6B4D05B4-9298-166A-C0E9-0495CD38A12F}"/>
          </ac:spMkLst>
        </pc:spChg>
        <pc:picChg chg="mod">
          <ac:chgData name="Wick, Felix" userId="85efb633-acf6-425d-a271-4f136bfa2fb0" providerId="ADAL" clId="{DACC29C2-A778-45C7-8543-4D646C639406}" dt="2025-03-09T22:01:23.648" v="11947" actId="1076"/>
          <ac:picMkLst>
            <pc:docMk/>
            <pc:sldMk cId="454529464" sldId="704"/>
            <ac:picMk id="8" creationId="{4972010E-70A5-006D-066A-0A9627C73FF7}"/>
          </ac:picMkLst>
        </pc:picChg>
        <pc:cxnChg chg="add">
          <ac:chgData name="Wick, Felix" userId="85efb633-acf6-425d-a271-4f136bfa2fb0" providerId="ADAL" clId="{DACC29C2-A778-45C7-8543-4D646C639406}" dt="2025-03-09T22:08:54.216" v="12052" actId="11529"/>
          <ac:cxnSpMkLst>
            <pc:docMk/>
            <pc:sldMk cId="454529464" sldId="704"/>
            <ac:cxnSpMk id="11" creationId="{216D218A-5E74-F5B0-455F-ABBFD024D784}"/>
          </ac:cxnSpMkLst>
        </pc:cxnChg>
      </pc:sldChg>
      <pc:sldChg chg="modSp mod">
        <pc:chgData name="Wick, Felix" userId="85efb633-acf6-425d-a271-4f136bfa2fb0" providerId="ADAL" clId="{DACC29C2-A778-45C7-8543-4D646C639406}" dt="2025-03-03T22:22:37.295" v="8270" actId="1076"/>
        <pc:sldMkLst>
          <pc:docMk/>
          <pc:sldMk cId="1391828573" sldId="720"/>
        </pc:sldMkLst>
        <pc:spChg chg="mod">
          <ac:chgData name="Wick, Felix" userId="85efb633-acf6-425d-a271-4f136bfa2fb0" providerId="ADAL" clId="{DACC29C2-A778-45C7-8543-4D646C639406}" dt="2025-03-03T22:22:37.295" v="8270" actId="1076"/>
          <ac:spMkLst>
            <pc:docMk/>
            <pc:sldMk cId="1391828573" sldId="720"/>
            <ac:spMk id="8" creationId="{38CF96E7-6D06-ED32-E110-4F1266FFBAFA}"/>
          </ac:spMkLst>
        </pc:spChg>
      </pc:sldChg>
      <pc:sldChg chg="del">
        <pc:chgData name="Wick, Felix" userId="85efb633-acf6-425d-a271-4f136bfa2fb0" providerId="ADAL" clId="{DACC29C2-A778-45C7-8543-4D646C639406}" dt="2025-03-03T22:37:12.298" v="8432" actId="47"/>
        <pc:sldMkLst>
          <pc:docMk/>
          <pc:sldMk cId="2659463880" sldId="724"/>
        </pc:sldMkLst>
      </pc:sldChg>
      <pc:sldChg chg="ord">
        <pc:chgData name="Wick, Felix" userId="85efb633-acf6-425d-a271-4f136bfa2fb0" providerId="ADAL" clId="{DACC29C2-A778-45C7-8543-4D646C639406}" dt="2025-03-02T22:57:36.300" v="6715"/>
        <pc:sldMkLst>
          <pc:docMk/>
          <pc:sldMk cId="1958085833" sldId="725"/>
        </pc:sldMkLst>
      </pc:sldChg>
      <pc:sldChg chg="modSp mod">
        <pc:chgData name="Wick, Felix" userId="85efb633-acf6-425d-a271-4f136bfa2fb0" providerId="ADAL" clId="{DACC29C2-A778-45C7-8543-4D646C639406}" dt="2025-03-11T18:46:13.747" v="15526" actId="113"/>
        <pc:sldMkLst>
          <pc:docMk/>
          <pc:sldMk cId="3003016299" sldId="726"/>
        </pc:sldMkLst>
        <pc:spChg chg="mod">
          <ac:chgData name="Wick, Felix" userId="85efb633-acf6-425d-a271-4f136bfa2fb0" providerId="ADAL" clId="{DACC29C2-A778-45C7-8543-4D646C639406}" dt="2025-03-04T21:16:25.686" v="10843" actId="20577"/>
          <ac:spMkLst>
            <pc:docMk/>
            <pc:sldMk cId="3003016299" sldId="726"/>
            <ac:spMk id="2" creationId="{1CB11FAF-B273-FCEA-27E6-8902947A3120}"/>
          </ac:spMkLst>
        </pc:spChg>
        <pc:spChg chg="mod">
          <ac:chgData name="Wick, Felix" userId="85efb633-acf6-425d-a271-4f136bfa2fb0" providerId="ADAL" clId="{DACC29C2-A778-45C7-8543-4D646C639406}" dt="2025-03-11T18:46:13.747" v="15526" actId="113"/>
          <ac:spMkLst>
            <pc:docMk/>
            <pc:sldMk cId="3003016299" sldId="726"/>
            <ac:spMk id="3" creationId="{E5D56B12-BEFF-3151-AEC6-083D87CD26A5}"/>
          </ac:spMkLst>
        </pc:spChg>
      </pc:sldChg>
      <pc:sldChg chg="addSp delSp modSp mod ord">
        <pc:chgData name="Wick, Felix" userId="85efb633-acf6-425d-a271-4f136bfa2fb0" providerId="ADAL" clId="{DACC29C2-A778-45C7-8543-4D646C639406}" dt="2025-03-04T21:08:14.468" v="10725" actId="14100"/>
        <pc:sldMkLst>
          <pc:docMk/>
          <pc:sldMk cId="4273005002" sldId="727"/>
        </pc:sldMkLst>
        <pc:spChg chg="mod">
          <ac:chgData name="Wick, Felix" userId="85efb633-acf6-425d-a271-4f136bfa2fb0" providerId="ADAL" clId="{DACC29C2-A778-45C7-8543-4D646C639406}" dt="2025-03-04T21:08:14.468" v="10725" actId="14100"/>
          <ac:spMkLst>
            <pc:docMk/>
            <pc:sldMk cId="4273005002" sldId="727"/>
            <ac:spMk id="3" creationId="{BF6EB8ED-96CD-D9B3-F505-03D7C778DF4B}"/>
          </ac:spMkLst>
        </pc:spChg>
        <pc:picChg chg="add mod">
          <ac:chgData name="Wick, Felix" userId="85efb633-acf6-425d-a271-4f136bfa2fb0" providerId="ADAL" clId="{DACC29C2-A778-45C7-8543-4D646C639406}" dt="2025-03-04T21:04:15.624" v="10554" actId="1076"/>
          <ac:picMkLst>
            <pc:docMk/>
            <pc:sldMk cId="4273005002" sldId="727"/>
            <ac:picMk id="1026" creationId="{96827CBB-9F64-412F-F509-4567D50F4EFA}"/>
          </ac:picMkLst>
        </pc:picChg>
      </pc:sldChg>
      <pc:sldChg chg="modSp mod ord">
        <pc:chgData name="Wick, Felix" userId="85efb633-acf6-425d-a271-4f136bfa2fb0" providerId="ADAL" clId="{DACC29C2-A778-45C7-8543-4D646C639406}" dt="2025-03-09T21:35:01.885" v="11502" actId="20577"/>
        <pc:sldMkLst>
          <pc:docMk/>
          <pc:sldMk cId="1082676721" sldId="728"/>
        </pc:sldMkLst>
        <pc:spChg chg="mod">
          <ac:chgData name="Wick, Felix" userId="85efb633-acf6-425d-a271-4f136bfa2fb0" providerId="ADAL" clId="{DACC29C2-A778-45C7-8543-4D646C639406}" dt="2025-03-09T21:34:16.149" v="11485" actId="20577"/>
          <ac:spMkLst>
            <pc:docMk/>
            <pc:sldMk cId="1082676721" sldId="728"/>
            <ac:spMk id="3" creationId="{F75ABC85-DF3F-7EB0-7697-6B1A4A2D002E}"/>
          </ac:spMkLst>
        </pc:spChg>
        <pc:spChg chg="mod">
          <ac:chgData name="Wick, Felix" userId="85efb633-acf6-425d-a271-4f136bfa2fb0" providerId="ADAL" clId="{DACC29C2-A778-45C7-8543-4D646C639406}" dt="2025-03-09T21:34:37.815" v="11489" actId="20577"/>
          <ac:spMkLst>
            <pc:docMk/>
            <pc:sldMk cId="1082676721" sldId="728"/>
            <ac:spMk id="8" creationId="{30ACB6C1-6BF1-4D80-F5B8-6F8377D7EE49}"/>
          </ac:spMkLst>
        </pc:spChg>
        <pc:spChg chg="mod">
          <ac:chgData name="Wick, Felix" userId="85efb633-acf6-425d-a271-4f136bfa2fb0" providerId="ADAL" clId="{DACC29C2-A778-45C7-8543-4D646C639406}" dt="2025-03-09T21:34:50.666" v="11495" actId="20577"/>
          <ac:spMkLst>
            <pc:docMk/>
            <pc:sldMk cId="1082676721" sldId="728"/>
            <ac:spMk id="9" creationId="{472DDF58-76FE-ED33-9C20-7078B57AA45E}"/>
          </ac:spMkLst>
        </pc:spChg>
        <pc:spChg chg="mod">
          <ac:chgData name="Wick, Felix" userId="85efb633-acf6-425d-a271-4f136bfa2fb0" providerId="ADAL" clId="{DACC29C2-A778-45C7-8543-4D646C639406}" dt="2025-03-09T21:35:01.885" v="11502" actId="20577"/>
          <ac:spMkLst>
            <pc:docMk/>
            <pc:sldMk cId="1082676721" sldId="728"/>
            <ac:spMk id="10" creationId="{6B838B4C-5329-FF18-6624-9C0F9C7EB22E}"/>
          </ac:spMkLst>
        </pc:spChg>
      </pc:sldChg>
      <pc:sldChg chg="addSp delSp modSp del mod ord modClrScheme chgLayout">
        <pc:chgData name="Wick, Felix" userId="85efb633-acf6-425d-a271-4f136bfa2fb0" providerId="ADAL" clId="{DACC29C2-A778-45C7-8543-4D646C639406}" dt="2025-03-11T07:17:01.399" v="12990" actId="2696"/>
        <pc:sldMkLst>
          <pc:docMk/>
          <pc:sldMk cId="350918924" sldId="729"/>
        </pc:sldMkLst>
      </pc:sldChg>
      <pc:sldChg chg="addSp delSp modSp mod">
        <pc:chgData name="Wick, Felix" userId="85efb633-acf6-425d-a271-4f136bfa2fb0" providerId="ADAL" clId="{DACC29C2-A778-45C7-8543-4D646C639406}" dt="2025-03-10T08:08:34.989" v="12376" actId="20577"/>
        <pc:sldMkLst>
          <pc:docMk/>
          <pc:sldMk cId="1550600002" sldId="730"/>
        </pc:sldMkLst>
        <pc:spChg chg="mod">
          <ac:chgData name="Wick, Felix" userId="85efb633-acf6-425d-a271-4f136bfa2fb0" providerId="ADAL" clId="{DACC29C2-A778-45C7-8543-4D646C639406}" dt="2025-03-09T22:09:27.100" v="12071" actId="20577"/>
          <ac:spMkLst>
            <pc:docMk/>
            <pc:sldMk cId="1550600002" sldId="730"/>
            <ac:spMk id="2" creationId="{E6C4586D-EB7F-7263-766A-CBE5A3DE7AB3}"/>
          </ac:spMkLst>
        </pc:spChg>
        <pc:spChg chg="mod">
          <ac:chgData name="Wick, Felix" userId="85efb633-acf6-425d-a271-4f136bfa2fb0" providerId="ADAL" clId="{DACC29C2-A778-45C7-8543-4D646C639406}" dt="2025-03-10T08:08:00.083" v="12359" actId="14100"/>
          <ac:spMkLst>
            <pc:docMk/>
            <pc:sldMk cId="1550600002" sldId="730"/>
            <ac:spMk id="3" creationId="{E8D29B6C-3845-ED67-942C-D97BF2882A88}"/>
          </ac:spMkLst>
        </pc:spChg>
        <pc:spChg chg="mod">
          <ac:chgData name="Wick, Felix" userId="85efb633-acf6-425d-a271-4f136bfa2fb0" providerId="ADAL" clId="{DACC29C2-A778-45C7-8543-4D646C639406}" dt="2025-03-09T22:16:15.091" v="12253" actId="1035"/>
          <ac:spMkLst>
            <pc:docMk/>
            <pc:sldMk cId="1550600002" sldId="730"/>
            <ac:spMk id="6" creationId="{2222AC18-0B89-89CE-FFDA-5E8F679B3C7F}"/>
          </ac:spMkLst>
        </pc:spChg>
        <pc:spChg chg="add mod">
          <ac:chgData name="Wick, Felix" userId="85efb633-acf6-425d-a271-4f136bfa2fb0" providerId="ADAL" clId="{DACC29C2-A778-45C7-8543-4D646C639406}" dt="2025-03-09T22:13:10.931" v="12147" actId="164"/>
          <ac:spMkLst>
            <pc:docMk/>
            <pc:sldMk cId="1550600002" sldId="730"/>
            <ac:spMk id="7" creationId="{0F617354-B5A3-231D-AE6A-0671031710F4}"/>
          </ac:spMkLst>
        </pc:spChg>
        <pc:spChg chg="mod">
          <ac:chgData name="Wick, Felix" userId="85efb633-acf6-425d-a271-4f136bfa2fb0" providerId="ADAL" clId="{DACC29C2-A778-45C7-8543-4D646C639406}" dt="2025-03-09T22:15:54.467" v="12239" actId="14100"/>
          <ac:spMkLst>
            <pc:docMk/>
            <pc:sldMk cId="1550600002" sldId="730"/>
            <ac:spMk id="8" creationId="{419B78D3-CBF8-F687-72F9-4290EEDCFF38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0" creationId="{A11BF17D-E387-B233-454F-7D655F0D8775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1" creationId="{D3689710-F531-3C07-60C9-AD1F049EB334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4" creationId="{F8010524-9F99-0CDE-670E-6CEF273F1710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5" creationId="{5317681D-A686-76D6-D0DB-0364F5F21BA9}"/>
          </ac:spMkLst>
        </pc:spChg>
        <pc:spChg chg="mod">
          <ac:chgData name="Wick, Felix" userId="85efb633-acf6-425d-a271-4f136bfa2fb0" providerId="ADAL" clId="{DACC29C2-A778-45C7-8543-4D646C639406}" dt="2025-03-09T22:12:37.109" v="12143" actId="1035"/>
          <ac:spMkLst>
            <pc:docMk/>
            <pc:sldMk cId="1550600002" sldId="730"/>
            <ac:spMk id="17" creationId="{B9CF672E-76EC-B58A-0B59-606C11EE824C}"/>
          </ac:spMkLst>
        </pc:spChg>
        <pc:spChg chg="add mod">
          <ac:chgData name="Wick, Felix" userId="85efb633-acf6-425d-a271-4f136bfa2fb0" providerId="ADAL" clId="{DACC29C2-A778-45C7-8543-4D646C639406}" dt="2025-03-10T08:08:18.826" v="12372" actId="20577"/>
          <ac:spMkLst>
            <pc:docMk/>
            <pc:sldMk cId="1550600002" sldId="730"/>
            <ac:spMk id="18" creationId="{B1144306-01B2-25B9-3165-0125A96A488F}"/>
          </ac:spMkLst>
        </pc:spChg>
        <pc:spChg chg="add mod">
          <ac:chgData name="Wick, Felix" userId="85efb633-acf6-425d-a271-4f136bfa2fb0" providerId="ADAL" clId="{DACC29C2-A778-45C7-8543-4D646C639406}" dt="2025-03-10T08:08:34.989" v="12376" actId="20577"/>
          <ac:spMkLst>
            <pc:docMk/>
            <pc:sldMk cId="1550600002" sldId="730"/>
            <ac:spMk id="19" creationId="{84BDFB20-13EF-3202-BE90-F788C3D6BDF7}"/>
          </ac:spMkLst>
        </pc:spChg>
        <pc:grpChg chg="add mod or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3" creationId="{DA45153B-C9AE-18F5-C252-DFA99B7FF2BF}"/>
          </ac:grpSpMkLst>
        </pc:grpChg>
        <pc:grpChg chg="add mo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6" creationId="{9821C245-8B7A-B0A9-6105-AA8EED453539}"/>
          </ac:grpSpMkLst>
        </pc:grpChg>
        <pc:picChg chg="mod">
          <ac:chgData name="Wick, Felix" userId="85efb633-acf6-425d-a271-4f136bfa2fb0" providerId="ADAL" clId="{DACC29C2-A778-45C7-8543-4D646C639406}" dt="2025-03-09T22:13:10.931" v="12147" actId="164"/>
          <ac:picMkLst>
            <pc:docMk/>
            <pc:sldMk cId="1550600002" sldId="730"/>
            <ac:picMk id="5" creationId="{2697BBDA-6FA5-8A3C-9371-587769A4D03C}"/>
          </ac:picMkLst>
        </pc:picChg>
        <pc:picChg chg="add del mod">
          <ac:chgData name="Wick, Felix" userId="85efb633-acf6-425d-a271-4f136bfa2fb0" providerId="ADAL" clId="{DACC29C2-A778-45C7-8543-4D646C639406}" dt="2025-03-09T22:16:01.072" v="12246" actId="1035"/>
          <ac:picMkLst>
            <pc:docMk/>
            <pc:sldMk cId="1550600002" sldId="730"/>
            <ac:picMk id="9" creationId="{51F50268-A15F-D0F0-41AB-6389A876C723}"/>
          </ac:picMkLst>
        </pc:picChg>
        <pc:cxnChg chg="mod">
          <ac:chgData name="Wick, Felix" userId="85efb633-acf6-425d-a271-4f136bfa2fb0" providerId="ADAL" clId="{DACC29C2-A778-45C7-8543-4D646C639406}" dt="2025-03-09T22:16:15.091" v="12253" actId="1035"/>
          <ac:cxnSpMkLst>
            <pc:docMk/>
            <pc:sldMk cId="1550600002" sldId="730"/>
            <ac:cxnSpMk id="12" creationId="{1C76444F-13E4-B685-EFA2-A7394A2F87E5}"/>
          </ac:cxnSpMkLst>
        </pc:cxnChg>
      </pc:sldChg>
      <pc:sldChg chg="ord">
        <pc:chgData name="Wick, Felix" userId="85efb633-acf6-425d-a271-4f136bfa2fb0" providerId="ADAL" clId="{DACC29C2-A778-45C7-8543-4D646C639406}" dt="2025-03-09T21:55:54.060" v="11893"/>
        <pc:sldMkLst>
          <pc:docMk/>
          <pc:sldMk cId="3955725931" sldId="731"/>
        </pc:sldMkLst>
      </pc:sldChg>
      <pc:sldChg chg="addSp delSp modSp mod ord modClrScheme chgLayout">
        <pc:chgData name="Wick, Felix" userId="85efb633-acf6-425d-a271-4f136bfa2fb0" providerId="ADAL" clId="{DACC29C2-A778-45C7-8543-4D646C639406}" dt="2025-03-11T07:28:50.212" v="13129"/>
        <pc:sldMkLst>
          <pc:docMk/>
          <pc:sldMk cId="206570269" sldId="732"/>
        </pc:sldMkLst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3" creationId="{2341B5E2-73B2-8A91-D6BF-A7BA4E2CBD4F}"/>
          </ac:spMkLst>
        </pc:spChg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4" creationId="{7139FEDB-B418-47C7-0DCB-A264A93325BF}"/>
          </ac:spMkLst>
        </pc:spChg>
        <pc:picChg chg="mod">
          <ac:chgData name="Wick, Felix" userId="85efb633-acf6-425d-a271-4f136bfa2fb0" providerId="ADAL" clId="{DACC29C2-A778-45C7-8543-4D646C639406}" dt="2025-03-11T07:28:47.018" v="13127" actId="1076"/>
          <ac:picMkLst>
            <pc:docMk/>
            <pc:sldMk cId="206570269" sldId="732"/>
            <ac:picMk id="6" creationId="{8B1D838B-2892-09AA-C40B-4AABBF4BCE34}"/>
          </ac:picMkLst>
        </pc:picChg>
      </pc:sldChg>
      <pc:sldChg chg="delSp 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DACC29C2-A778-45C7-8543-4D646C639406}" dt="2025-03-12T06:35:08.021" v="18070" actId="47"/>
        <pc:sldMkLst>
          <pc:docMk/>
          <pc:sldMk cId="1851865121" sldId="735"/>
        </pc:sldMkLst>
      </pc:sldChg>
      <pc:sldChg chg="addSp modSp mod modClrScheme chgLayout">
        <pc:chgData name="Wick, Felix" userId="85efb633-acf6-425d-a271-4f136bfa2fb0" providerId="ADAL" clId="{DACC29C2-A778-45C7-8543-4D646C639406}" dt="2025-03-13T10:00:37.519" v="20079" actId="20577"/>
        <pc:sldMkLst>
          <pc:docMk/>
          <pc:sldMk cId="880903615" sldId="736"/>
        </pc:sldMkLst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2" creationId="{E455EA56-7CB1-7041-F3BA-0AEA9E42E1D7}"/>
          </ac:spMkLst>
        </pc:spChg>
        <pc:spChg chg="add mod ord">
          <ac:chgData name="Wick, Felix" userId="85efb633-acf6-425d-a271-4f136bfa2fb0" providerId="ADAL" clId="{DACC29C2-A778-45C7-8543-4D646C639406}" dt="2025-03-13T10:00:37.519" v="20079" actId="20577"/>
          <ac:spMkLst>
            <pc:docMk/>
            <pc:sldMk cId="880903615" sldId="736"/>
            <ac:spMk id="3" creationId="{FF7F4B16-9855-AFD2-D174-7FE315330462}"/>
          </ac:spMkLst>
        </pc:spChg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4" creationId="{028E18EF-EC53-ACA5-61E8-A955218138B3}"/>
          </ac:spMkLst>
        </pc:spChg>
        <pc:spChg chg="mod">
          <ac:chgData name="Wick, Felix" userId="85efb633-acf6-425d-a271-4f136bfa2fb0" providerId="ADAL" clId="{DACC29C2-A778-45C7-8543-4D646C639406}" dt="2025-03-11T22:36:48.969" v="17644" actId="1076"/>
          <ac:spMkLst>
            <pc:docMk/>
            <pc:sldMk cId="880903615" sldId="736"/>
            <ac:spMk id="6" creationId="{2FEDA80F-387A-F82C-BB62-44CC7DCEF2FD}"/>
          </ac:spMkLst>
        </pc:spChg>
        <pc:spChg chg="add mod">
          <ac:chgData name="Wick, Felix" userId="85efb633-acf6-425d-a271-4f136bfa2fb0" providerId="ADAL" clId="{DACC29C2-A778-45C7-8543-4D646C639406}" dt="2025-03-12T06:44:05.215" v="18424" actId="1076"/>
          <ac:spMkLst>
            <pc:docMk/>
            <pc:sldMk cId="880903615" sldId="736"/>
            <ac:spMk id="7" creationId="{8E527FE3-CED6-2943-D4A9-D8312B6F38C1}"/>
          </ac:spMkLst>
        </pc:spChg>
        <pc:picChg chg="mod">
          <ac:chgData name="Wick, Felix" userId="85efb633-acf6-425d-a271-4f136bfa2fb0" providerId="ADAL" clId="{DACC29C2-A778-45C7-8543-4D646C639406}" dt="2025-03-12T06:51:31.865" v="18738" actId="1076"/>
          <ac:picMkLst>
            <pc:docMk/>
            <pc:sldMk cId="880903615" sldId="736"/>
            <ac:picMk id="5" creationId="{41955F9F-8537-8F49-68AF-A52D399B0B1D}"/>
          </ac:picMkLst>
        </pc:picChg>
      </pc:sldChg>
      <pc:sldChg chg="modSp mod">
        <pc:chgData name="Wick, Felix" userId="85efb633-acf6-425d-a271-4f136bfa2fb0" providerId="ADAL" clId="{DACC29C2-A778-45C7-8543-4D646C639406}" dt="2025-03-11T19:29:44.450" v="16825" actId="20577"/>
        <pc:sldMkLst>
          <pc:docMk/>
          <pc:sldMk cId="2582177130" sldId="737"/>
        </pc:sldMkLst>
        <pc:spChg chg="mod">
          <ac:chgData name="Wick, Felix" userId="85efb633-acf6-425d-a271-4f136bfa2fb0" providerId="ADAL" clId="{DACC29C2-A778-45C7-8543-4D646C639406}" dt="2025-03-11T19:29:44.450" v="16825" actId="20577"/>
          <ac:spMkLst>
            <pc:docMk/>
            <pc:sldMk cId="2582177130" sldId="737"/>
            <ac:spMk id="3" creationId="{36832D8C-5E59-3F82-3B8C-4AFA35994C1B}"/>
          </ac:spMkLst>
        </pc:spChg>
      </pc:sldChg>
      <pc:sldChg chg="del">
        <pc:chgData name="Wick, Felix" userId="85efb633-acf6-425d-a271-4f136bfa2fb0" providerId="ADAL" clId="{DACC29C2-A778-45C7-8543-4D646C639406}" dt="2025-03-11T07:41:52.869" v="13166" actId="47"/>
        <pc:sldMkLst>
          <pc:docMk/>
          <pc:sldMk cId="2651021059" sldId="739"/>
        </pc:sldMkLst>
      </pc:sldChg>
      <pc:sldChg chg="del">
        <pc:chgData name="Wick, Felix" userId="85efb633-acf6-425d-a271-4f136bfa2fb0" providerId="ADAL" clId="{DACC29C2-A778-45C7-8543-4D646C639406}" dt="2025-03-11T07:41:46.921" v="13163" actId="47"/>
        <pc:sldMkLst>
          <pc:docMk/>
          <pc:sldMk cId="3646033210" sldId="740"/>
        </pc:sldMkLst>
      </pc:sldChg>
      <pc:sldChg chg="delSp modSp mod chgLayout">
        <pc:chgData name="Wick, Felix" userId="85efb633-acf6-425d-a271-4f136bfa2fb0" providerId="ADAL" clId="{DACC29C2-A778-45C7-8543-4D646C639406}" dt="2025-03-11T08:30:40.850" v="13502" actId="20577"/>
        <pc:sldMkLst>
          <pc:docMk/>
          <pc:sldMk cId="667876665" sldId="741"/>
        </pc:sldMkLst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2" creationId="{382465F2-BF2F-8E0F-93F3-7DA40743D2BF}"/>
          </ac:spMkLst>
        </pc:spChg>
        <pc:spChg chg="mod ord">
          <ac:chgData name="Wick, Felix" userId="85efb633-acf6-425d-a271-4f136bfa2fb0" providerId="ADAL" clId="{DACC29C2-A778-45C7-8543-4D646C639406}" dt="2025-03-11T08:30:40.850" v="13502" actId="20577"/>
          <ac:spMkLst>
            <pc:docMk/>
            <pc:sldMk cId="667876665" sldId="741"/>
            <ac:spMk id="3" creationId="{22FF653F-9F7D-EDA4-7BB8-0584B66CFF2F}"/>
          </ac:spMkLst>
        </pc:spChg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7" creationId="{645063A3-CD4F-4F87-E0D5-162BD06F8540}"/>
          </ac:spMkLst>
        </pc:spChg>
      </pc:sldChg>
      <pc:sldChg chg="delSp modSp mod ord">
        <pc:chgData name="Wick, Felix" userId="85efb633-acf6-425d-a271-4f136bfa2fb0" providerId="ADAL" clId="{DACC29C2-A778-45C7-8543-4D646C639406}" dt="2025-03-13T10:54:09.437" v="21440"/>
        <pc:sldMkLst>
          <pc:docMk/>
          <pc:sldMk cId="2826266657" sldId="742"/>
        </pc:sldMkLst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6" creationId="{97DFC9E0-BDE6-151F-4C20-1BF61C317DC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9" creationId="{6078F609-A2C9-FCAF-17E3-6973081CBC91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12" creationId="{ED6CE5BC-1E0D-31C6-A9DF-34AE556474D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13" creationId="{85CE153F-3808-C155-A355-EB79314F5093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34" creationId="{758AE804-B1FB-158B-B41B-31D3529FA28C}"/>
          </ac:spMkLst>
        </pc:spChg>
        <pc:picChg chg="mod">
          <ac:chgData name="Wick, Felix" userId="85efb633-acf6-425d-a271-4f136bfa2fb0" providerId="ADAL" clId="{DACC29C2-A778-45C7-8543-4D646C639406}" dt="2025-03-13T10:53:20.924" v="21436" actId="1038"/>
          <ac:picMkLst>
            <pc:docMk/>
            <pc:sldMk cId="2826266657" sldId="742"/>
            <ac:picMk id="5" creationId="{AF82A187-27B1-5388-72BD-CABF992B7044}"/>
          </ac:picMkLst>
        </pc:picChg>
        <pc:picChg chg="mod">
          <ac:chgData name="Wick, Felix" userId="85efb633-acf6-425d-a271-4f136bfa2fb0" providerId="ADAL" clId="{DACC29C2-A778-45C7-8543-4D646C639406}" dt="2025-03-13T10:53:44.377" v="21438" actId="1076"/>
          <ac:picMkLst>
            <pc:docMk/>
            <pc:sldMk cId="2826266657" sldId="742"/>
            <ac:picMk id="7" creationId="{7F468AA8-4434-4F16-2DAE-15A5F30CB5C0}"/>
          </ac:picMkLst>
        </pc:pic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7" creationId="{FFD890CF-F3C6-D705-5CC2-63A9A490272E}"/>
          </ac:cxnSpMkLst>
        </pc:cxn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9" creationId="{60E265C8-39BB-A639-A6DF-F408DF40B55B}"/>
          </ac:cxnSpMkLst>
        </pc:cxnChg>
        <pc:cxnChg chg="mod">
          <ac:chgData name="Wick, Felix" userId="85efb633-acf6-425d-a271-4f136bfa2fb0" providerId="ADAL" clId="{DACC29C2-A778-45C7-8543-4D646C639406}" dt="2025-03-13T10:53:25.449" v="21437" actId="14100"/>
          <ac:cxnSpMkLst>
            <pc:docMk/>
            <pc:sldMk cId="2826266657" sldId="742"/>
            <ac:cxnSpMk id="25" creationId="{DAD80350-98CB-B5B9-7A2E-F036F9A0874A}"/>
          </ac:cxnSpMkLst>
        </pc:cxnChg>
      </pc:sldChg>
      <pc:sldChg chg="del ord">
        <pc:chgData name="Wick, Felix" userId="85efb633-acf6-425d-a271-4f136bfa2fb0" providerId="ADAL" clId="{DACC29C2-A778-45C7-8543-4D646C639406}" dt="2025-03-11T07:33:35.122" v="13161" actId="2696"/>
        <pc:sldMkLst>
          <pc:docMk/>
          <pc:sldMk cId="3271789276" sldId="744"/>
        </pc:sldMkLst>
      </pc:sldChg>
      <pc:sldChg chg="addSp delSp modSp new mod ord modClrScheme chgLayout">
        <pc:chgData name="Wick, Felix" userId="85efb633-acf6-425d-a271-4f136bfa2fb0" providerId="ADAL" clId="{DACC29C2-A778-45C7-8543-4D646C639406}" dt="2025-03-02T22:36:49.535" v="6442" actId="20577"/>
        <pc:sldMkLst>
          <pc:docMk/>
          <pc:sldMk cId="2642059045" sldId="745"/>
        </pc:sldMkLst>
        <pc:spChg chg="mod ord">
          <ac:chgData name="Wick, Felix" userId="85efb633-acf6-425d-a271-4f136bfa2fb0" providerId="ADAL" clId="{DACC29C2-A778-45C7-8543-4D646C639406}" dt="2025-03-01T23:36:13.515" v="5037" actId="700"/>
          <ac:spMkLst>
            <pc:docMk/>
            <pc:sldMk cId="2642059045" sldId="745"/>
            <ac:spMk id="2" creationId="{5B5A9EFF-D39C-EB59-07EB-D03D13208E17}"/>
          </ac:spMkLst>
        </pc:spChg>
        <pc:spChg chg="add mod ord">
          <ac:chgData name="Wick, Felix" userId="85efb633-acf6-425d-a271-4f136bfa2fb0" providerId="ADAL" clId="{DACC29C2-A778-45C7-8543-4D646C639406}" dt="2025-03-02T22:36:49.535" v="6442" actId="20577"/>
          <ac:spMkLst>
            <pc:docMk/>
            <pc:sldMk cId="2642059045" sldId="745"/>
            <ac:spMk id="3" creationId="{6680FCFA-0D46-F182-7E4C-2429039A14F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02T22:57:01.840" v="6713" actId="20577"/>
        <pc:sldMkLst>
          <pc:docMk/>
          <pc:sldMk cId="1627726635" sldId="746"/>
        </pc:sldMkLst>
        <pc:spChg chg="mod ord">
          <ac:chgData name="Wick, Felix" userId="85efb633-acf6-425d-a271-4f136bfa2fb0" providerId="ADAL" clId="{DACC29C2-A778-45C7-8543-4D646C639406}" dt="2025-03-01T23:37:31.014" v="5050" actId="700"/>
          <ac:spMkLst>
            <pc:docMk/>
            <pc:sldMk cId="1627726635" sldId="746"/>
            <ac:spMk id="4" creationId="{23D93988-0325-1765-CB37-3BFB229F9195}"/>
          </ac:spMkLst>
        </pc:spChg>
        <pc:spChg chg="add mod ord">
          <ac:chgData name="Wick, Felix" userId="85efb633-acf6-425d-a271-4f136bfa2fb0" providerId="ADAL" clId="{DACC29C2-A778-45C7-8543-4D646C639406}" dt="2025-03-02T22:57:01.840" v="6713" actId="20577"/>
          <ac:spMkLst>
            <pc:docMk/>
            <pc:sldMk cId="1627726635" sldId="746"/>
            <ac:spMk id="5" creationId="{57AD5E2C-11B3-B153-6D08-48E0695F60E6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1T13:47:58.156" v="15487" actId="20577"/>
        <pc:sldMkLst>
          <pc:docMk/>
          <pc:sldMk cId="3992545723" sldId="747"/>
        </pc:sldMkLst>
        <pc:spChg chg="mod ord">
          <ac:chgData name="Wick, Felix" userId="85efb633-acf6-425d-a271-4f136bfa2fb0" providerId="ADAL" clId="{DACC29C2-A778-45C7-8543-4D646C639406}" dt="2025-03-01T23:38:25.515" v="5066" actId="700"/>
          <ac:spMkLst>
            <pc:docMk/>
            <pc:sldMk cId="3992545723" sldId="747"/>
            <ac:spMk id="4" creationId="{77A778A5-0CFA-EC54-BA7E-B1E222278193}"/>
          </ac:spMkLst>
        </pc:spChg>
        <pc:spChg chg="add mod ord">
          <ac:chgData name="Wick, Felix" userId="85efb633-acf6-425d-a271-4f136bfa2fb0" providerId="ADAL" clId="{DACC29C2-A778-45C7-8543-4D646C639406}" dt="2025-03-11T13:47:58.156" v="15487" actId="20577"/>
          <ac:spMkLst>
            <pc:docMk/>
            <pc:sldMk cId="3992545723" sldId="747"/>
            <ac:spMk id="5" creationId="{9C874C1E-70C1-2D71-0DF3-EE629BCBDB8D}"/>
          </ac:spMkLst>
        </pc:spChg>
      </pc:sldChg>
      <pc:sldChg chg="modSp add mod ord">
        <pc:chgData name="Wick, Felix" userId="85efb633-acf6-425d-a271-4f136bfa2fb0" providerId="ADAL" clId="{DACC29C2-A778-45C7-8543-4D646C639406}" dt="2025-03-01T23:41:01.771" v="5129" actId="20577"/>
        <pc:sldMkLst>
          <pc:docMk/>
          <pc:sldMk cId="577748826" sldId="748"/>
        </pc:sldMkLst>
        <pc:spChg chg="mod">
          <ac:chgData name="Wick, Felix" userId="85efb633-acf6-425d-a271-4f136bfa2fb0" providerId="ADAL" clId="{DACC29C2-A778-45C7-8543-4D646C639406}" dt="2025-03-01T23:41:01.771" v="5129" actId="20577"/>
          <ac:spMkLst>
            <pc:docMk/>
            <pc:sldMk cId="577748826" sldId="748"/>
            <ac:spMk id="4" creationId="{CD9847B2-3624-AAE8-725F-500C613BD551}"/>
          </ac:spMkLst>
        </pc:spChg>
      </pc:sldChg>
      <pc:sldChg chg="addSp modSp new mod">
        <pc:chgData name="Wick, Felix" userId="85efb633-acf6-425d-a271-4f136bfa2fb0" providerId="ADAL" clId="{DACC29C2-A778-45C7-8543-4D646C639406}" dt="2025-03-02T21:40:00.424" v="5659" actId="20577"/>
        <pc:sldMkLst>
          <pc:docMk/>
          <pc:sldMk cId="1323857511" sldId="749"/>
        </pc:sldMkLst>
        <pc:spChg chg="mod">
          <ac:chgData name="Wick, Felix" userId="85efb633-acf6-425d-a271-4f136bfa2fb0" providerId="ADAL" clId="{DACC29C2-A778-45C7-8543-4D646C639406}" dt="2025-03-02T21:40:00.424" v="5659" actId="20577"/>
          <ac:spMkLst>
            <pc:docMk/>
            <pc:sldMk cId="1323857511" sldId="749"/>
            <ac:spMk id="2" creationId="{AB6CFAAD-B42E-4B44-FF12-76678119F555}"/>
          </ac:spMkLst>
        </pc:spChg>
        <pc:picChg chg="add mod">
          <ac:chgData name="Wick, Felix" userId="85efb633-acf6-425d-a271-4f136bfa2fb0" providerId="ADAL" clId="{DACC29C2-A778-45C7-8543-4D646C639406}" dt="2025-03-02T21:38:46.705" v="5605" actId="1076"/>
          <ac:picMkLst>
            <pc:docMk/>
            <pc:sldMk cId="1323857511" sldId="749"/>
            <ac:picMk id="5" creationId="{AA871468-4272-6CB3-BADF-9A1DCD012B86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43:36.454" v="6473" actId="478"/>
        <pc:sldMkLst>
          <pc:docMk/>
          <pc:sldMk cId="2593414251" sldId="750"/>
        </pc:sldMkLst>
        <pc:spChg chg="mod ord">
          <ac:chgData name="Wick, Felix" userId="85efb633-acf6-425d-a271-4f136bfa2fb0" providerId="ADAL" clId="{DACC29C2-A778-45C7-8543-4D646C639406}" dt="2025-03-02T22:29:35.585" v="6342" actId="700"/>
          <ac:spMkLst>
            <pc:docMk/>
            <pc:sldMk cId="2593414251" sldId="750"/>
            <ac:spMk id="2" creationId="{FBF9E386-79EB-222D-3EFC-9B7BF26EEAF3}"/>
          </ac:spMkLst>
        </pc:spChg>
        <pc:spChg chg="add mod ord">
          <ac:chgData name="Wick, Felix" userId="85efb633-acf6-425d-a271-4f136bfa2fb0" providerId="ADAL" clId="{DACC29C2-A778-45C7-8543-4D646C639406}" dt="2025-03-02T22:43:33.273" v="6472" actId="20577"/>
          <ac:spMkLst>
            <pc:docMk/>
            <pc:sldMk cId="2593414251" sldId="750"/>
            <ac:spMk id="3" creationId="{0F0B330C-4C1F-BA37-3220-D700D698BB1F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05.802" v="6558" actId="47"/>
        <pc:sldMkLst>
          <pc:docMk/>
          <pc:sldMk cId="616414077" sldId="751"/>
        </pc:sldMkLst>
      </pc:sldChg>
      <pc:sldChg chg="delSp modSp new mod">
        <pc:chgData name="Wick, Felix" userId="85efb633-acf6-425d-a271-4f136bfa2fb0" providerId="ADAL" clId="{DACC29C2-A778-45C7-8543-4D646C639406}" dt="2025-03-04T20:25:33.976" v="9184" actId="20577"/>
        <pc:sldMkLst>
          <pc:docMk/>
          <pc:sldMk cId="3008101653" sldId="751"/>
        </pc:sldMkLst>
        <pc:spChg chg="mod">
          <ac:chgData name="Wick, Felix" userId="85efb633-acf6-425d-a271-4f136bfa2fb0" providerId="ADAL" clId="{DACC29C2-A778-45C7-8543-4D646C639406}" dt="2025-03-04T20:25:33.976" v="9184" actId="20577"/>
          <ac:spMkLst>
            <pc:docMk/>
            <pc:sldMk cId="3008101653" sldId="751"/>
            <ac:spMk id="2" creationId="{21AA0B9B-BFA2-35B2-3377-55A5C25A1AF9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58.585" v="6561" actId="47"/>
        <pc:sldMkLst>
          <pc:docMk/>
          <pc:sldMk cId="3806196117" sldId="751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8T12:36:06.157" v="22054" actId="1036"/>
        <pc:sldMkLst>
          <pc:docMk/>
          <pc:sldMk cId="4262979658" sldId="752"/>
        </pc:sldMkLst>
        <pc:spChg chg="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3" creationId="{377A85D8-7CF6-616E-9B56-EBE95989E17D}"/>
          </ac:spMkLst>
        </pc:spChg>
        <pc:spChg chg="add 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8" creationId="{9268472F-ECD7-E6AC-6EBE-39DA85E48585}"/>
          </ac:spMkLst>
        </pc:spChg>
        <pc:spChg chg="add mod ord">
          <ac:chgData name="Wick, Felix" userId="85efb633-acf6-425d-a271-4f136bfa2fb0" providerId="ADAL" clId="{DACC29C2-A778-45C7-8543-4D646C639406}" dt="2025-03-04T14:05:45.349" v="8922" actId="14100"/>
          <ac:spMkLst>
            <pc:docMk/>
            <pc:sldMk cId="4262979658" sldId="752"/>
            <ac:spMk id="9" creationId="{50B8E8D6-C6FB-51E2-06D9-3639E26E44A3}"/>
          </ac:spMkLst>
        </pc:spChg>
        <pc:spChg chg="add mod">
          <ac:chgData name="Wick, Felix" userId="85efb633-acf6-425d-a271-4f136bfa2fb0" providerId="ADAL" clId="{DACC29C2-A778-45C7-8543-4D646C639406}" dt="2025-03-18T12:35:27.269" v="22006" actId="14100"/>
          <ac:spMkLst>
            <pc:docMk/>
            <pc:sldMk cId="4262979658" sldId="752"/>
            <ac:spMk id="12" creationId="{98FE9437-27AF-F8AE-FF32-FCC89EF16421}"/>
          </ac:spMkLst>
        </pc:spChg>
        <pc:spChg chg="add mod">
          <ac:chgData name="Wick, Felix" userId="85efb633-acf6-425d-a271-4f136bfa2fb0" providerId="ADAL" clId="{DACC29C2-A778-45C7-8543-4D646C639406}" dt="2025-03-18T12:35:35.013" v="22017" actId="1036"/>
          <ac:spMkLst>
            <pc:docMk/>
            <pc:sldMk cId="4262979658" sldId="752"/>
            <ac:spMk id="13" creationId="{365583A5-D4FF-502B-A666-520641AD1E51}"/>
          </ac:spMkLst>
        </pc:spChg>
        <pc:picChg chg="add mod">
          <ac:chgData name="Wick, Felix" userId="85efb633-acf6-425d-a271-4f136bfa2fb0" providerId="ADAL" clId="{DACC29C2-A778-45C7-8543-4D646C639406}" dt="2025-03-18T12:36:06.157" v="22054" actId="1036"/>
          <ac:picMkLst>
            <pc:docMk/>
            <pc:sldMk cId="4262979658" sldId="752"/>
            <ac:picMk id="4" creationId="{A4F9FAA3-9815-7F57-2750-249571C97495}"/>
          </ac:picMkLst>
        </pc:picChg>
        <pc:picChg chg="add mod">
          <ac:chgData name="Wick, Felix" userId="85efb633-acf6-425d-a271-4f136bfa2fb0" providerId="ADAL" clId="{DACC29C2-A778-45C7-8543-4D646C639406}" dt="2025-03-18T12:36:01.380" v="22044" actId="1035"/>
          <ac:picMkLst>
            <pc:docMk/>
            <pc:sldMk cId="4262979658" sldId="752"/>
            <ac:picMk id="1026" creationId="{5A4CDF3C-7728-E13B-E2F6-69BF206BDE22}"/>
          </ac:picMkLst>
        </pc:picChg>
      </pc:sldChg>
      <pc:sldChg chg="new del">
        <pc:chgData name="Wick, Felix" userId="85efb633-acf6-425d-a271-4f136bfa2fb0" providerId="ADAL" clId="{DACC29C2-A778-45C7-8543-4D646C639406}" dt="2025-03-03T22:54:44.758" v="8738" actId="47"/>
        <pc:sldMkLst>
          <pc:docMk/>
          <pc:sldMk cId="409041997" sldId="753"/>
        </pc:sldMkLst>
      </pc:sldChg>
      <pc:sldChg chg="modSp add del mod ord">
        <pc:chgData name="Wick, Felix" userId="85efb633-acf6-425d-a271-4f136bfa2fb0" providerId="ADAL" clId="{DACC29C2-A778-45C7-8543-4D646C639406}" dt="2025-03-11T07:17:01.399" v="12990" actId="2696"/>
        <pc:sldMkLst>
          <pc:docMk/>
          <pc:sldMk cId="1084225989" sldId="753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1T19:25:16.637" v="16474" actId="20577"/>
        <pc:sldMkLst>
          <pc:docMk/>
          <pc:sldMk cId="2733141780" sldId="754"/>
        </pc:sldMkLst>
        <pc:spChg chg="mod ord">
          <ac:chgData name="Wick, Felix" userId="85efb633-acf6-425d-a271-4f136bfa2fb0" providerId="ADAL" clId="{DACC29C2-A778-45C7-8543-4D646C639406}" dt="2025-03-03T22:56:30.969" v="8801" actId="700"/>
          <ac:spMkLst>
            <pc:docMk/>
            <pc:sldMk cId="2733141780" sldId="754"/>
            <ac:spMk id="4" creationId="{4F0B5BE9-331D-0505-FC7E-005F6B05B627}"/>
          </ac:spMkLst>
        </pc:spChg>
        <pc:spChg chg="add mod ord">
          <ac:chgData name="Wick, Felix" userId="85efb633-acf6-425d-a271-4f136bfa2fb0" providerId="ADAL" clId="{DACC29C2-A778-45C7-8543-4D646C639406}" dt="2025-03-11T19:25:16.637" v="16474" actId="20577"/>
          <ac:spMkLst>
            <pc:docMk/>
            <pc:sldMk cId="2733141780" sldId="754"/>
            <ac:spMk id="5" creationId="{3EF7C251-E411-67C1-497C-2BFFEBC05F2B}"/>
          </ac:spMkLst>
        </pc:spChg>
        <pc:spChg chg="add mod ord">
          <ac:chgData name="Wick, Felix" userId="85efb633-acf6-425d-a271-4f136bfa2fb0" providerId="ADAL" clId="{DACC29C2-A778-45C7-8543-4D646C639406}" dt="2025-03-11T19:25:09.742" v="16457" actId="20577"/>
          <ac:spMkLst>
            <pc:docMk/>
            <pc:sldMk cId="2733141780" sldId="754"/>
            <ac:spMk id="6" creationId="{194FF263-6A7E-63B8-37B4-8152AC6DF7EF}"/>
          </ac:spMkLst>
        </pc:spChg>
      </pc:sldChg>
      <pc:sldChg chg="addSp delSp modSp new mod">
        <pc:chgData name="Wick, Felix" userId="85efb633-acf6-425d-a271-4f136bfa2fb0" providerId="ADAL" clId="{DACC29C2-A778-45C7-8543-4D646C639406}" dt="2025-03-11T07:29:14.636" v="13132" actId="1076"/>
        <pc:sldMkLst>
          <pc:docMk/>
          <pc:sldMk cId="2249279186" sldId="755"/>
        </pc:sldMkLst>
        <pc:picChg chg="add mod">
          <ac:chgData name="Wick, Felix" userId="85efb633-acf6-425d-a271-4f136bfa2fb0" providerId="ADAL" clId="{DACC29C2-A778-45C7-8543-4D646C639406}" dt="2025-03-11T07:29:14.636" v="13132" actId="1076"/>
          <ac:picMkLst>
            <pc:docMk/>
            <pc:sldMk cId="2249279186" sldId="755"/>
            <ac:picMk id="5" creationId="{62C9B147-5C2C-F8DD-2F34-2935F6F0D400}"/>
          </ac:picMkLst>
        </pc:picChg>
      </pc:sldChg>
      <pc:sldChg chg="addSp delSp modSp new mod ord setBg modClrScheme chgLayout">
        <pc:chgData name="Wick, Felix" userId="85efb633-acf6-425d-a271-4f136bfa2fb0" providerId="ADAL" clId="{DACC29C2-A778-45C7-8543-4D646C639406}" dt="2025-03-11T10:06:36.972" v="14484" actId="20577"/>
        <pc:sldMkLst>
          <pc:docMk/>
          <pc:sldMk cId="1193768616" sldId="756"/>
        </pc:sldMkLst>
        <pc:spChg chg="mod ord">
          <ac:chgData name="Wick, Felix" userId="85efb633-acf6-425d-a271-4f136bfa2fb0" providerId="ADAL" clId="{DACC29C2-A778-45C7-8543-4D646C639406}" dt="2025-03-11T09:51:46.147" v="13911" actId="700"/>
          <ac:spMkLst>
            <pc:docMk/>
            <pc:sldMk cId="1193768616" sldId="756"/>
            <ac:spMk id="4" creationId="{0AA20BD1-4395-62EF-3CBA-66A6B0368A32}"/>
          </ac:spMkLst>
        </pc:spChg>
        <pc:spChg chg="add mod">
          <ac:chgData name="Wick, Felix" userId="85efb633-acf6-425d-a271-4f136bfa2fb0" providerId="ADAL" clId="{DACC29C2-A778-45C7-8543-4D646C639406}" dt="2025-03-11T09:51:50.385" v="13919"/>
          <ac:spMkLst>
            <pc:docMk/>
            <pc:sldMk cId="1193768616" sldId="756"/>
            <ac:spMk id="10" creationId="{9B8D883A-40CD-FCA7-6006-10AF08ED1DC5}"/>
          </ac:spMkLst>
        </pc:spChg>
        <pc:spChg chg="add mod">
          <ac:chgData name="Wick, Felix" userId="85efb633-acf6-425d-a271-4f136bfa2fb0" providerId="ADAL" clId="{DACC29C2-A778-45C7-8543-4D646C639406}" dt="2025-03-11T10:06:36.972" v="14484" actId="20577"/>
          <ac:spMkLst>
            <pc:docMk/>
            <pc:sldMk cId="1193768616" sldId="756"/>
            <ac:spMk id="11" creationId="{3D738377-80C6-F10A-D58D-DF99ABDF2D18}"/>
          </ac:spMkLst>
        </pc:spChg>
        <pc:spChg chg="add mod">
          <ac:chgData name="Wick, Felix" userId="85efb633-acf6-425d-a271-4f136bfa2fb0" providerId="ADAL" clId="{DACC29C2-A778-45C7-8543-4D646C639406}" dt="2025-03-11T10:00:57.315" v="14206"/>
          <ac:spMkLst>
            <pc:docMk/>
            <pc:sldMk cId="1193768616" sldId="756"/>
            <ac:spMk id="12" creationId="{87ED101C-BBB7-BB48-775A-F0FB998C3C04}"/>
          </ac:spMkLst>
        </pc:spChg>
        <pc:picChg chg="add mod">
          <ac:chgData name="Wick, Felix" userId="85efb633-acf6-425d-a271-4f136bfa2fb0" providerId="ADAL" clId="{DACC29C2-A778-45C7-8543-4D646C639406}" dt="2025-03-11T09:51:58.535" v="13950" actId="1037"/>
          <ac:picMkLst>
            <pc:docMk/>
            <pc:sldMk cId="1193768616" sldId="756"/>
            <ac:picMk id="6" creationId="{95BE634D-24B3-0A07-50A9-8B2FE636CF7F}"/>
          </ac:picMkLst>
        </pc:picChg>
      </pc:sldChg>
      <pc:sldChg chg="modSp new add del mod">
        <pc:chgData name="Wick, Felix" userId="85efb633-acf6-425d-a271-4f136bfa2fb0" providerId="ADAL" clId="{DACC29C2-A778-45C7-8543-4D646C639406}" dt="2025-03-10T23:38:39.675" v="12891" actId="47"/>
        <pc:sldMkLst>
          <pc:docMk/>
          <pc:sldMk cId="2048567758" sldId="757"/>
        </pc:sldMkLst>
      </pc:sldChg>
      <pc:sldChg chg="addSp modSp new mod">
        <pc:chgData name="Wick, Felix" userId="85efb633-acf6-425d-a271-4f136bfa2fb0" providerId="ADAL" clId="{DACC29C2-A778-45C7-8543-4D646C639406}" dt="2025-03-11T12:34:04.172" v="14963" actId="20577"/>
        <pc:sldMkLst>
          <pc:docMk/>
          <pc:sldMk cId="3053872215" sldId="757"/>
        </pc:sldMkLst>
        <pc:spChg chg="mod">
          <ac:chgData name="Wick, Felix" userId="85efb633-acf6-425d-a271-4f136bfa2fb0" providerId="ADAL" clId="{DACC29C2-A778-45C7-8543-4D646C639406}" dt="2025-03-11T10:08:51.119" v="14489" actId="20577"/>
          <ac:spMkLst>
            <pc:docMk/>
            <pc:sldMk cId="3053872215" sldId="757"/>
            <ac:spMk id="2" creationId="{02DC1936-AE8E-BDC7-4F55-A18D36641225}"/>
          </ac:spMkLst>
        </pc:spChg>
        <pc:spChg chg="mod">
          <ac:chgData name="Wick, Felix" userId="85efb633-acf6-425d-a271-4f136bfa2fb0" providerId="ADAL" clId="{DACC29C2-A778-45C7-8543-4D646C639406}" dt="2025-03-11T12:34:04.172" v="14963" actId="20577"/>
          <ac:spMkLst>
            <pc:docMk/>
            <pc:sldMk cId="3053872215" sldId="757"/>
            <ac:spMk id="3" creationId="{1ED3119A-5584-8049-4769-A82FDFD02FEA}"/>
          </ac:spMkLst>
        </pc:spChg>
        <pc:picChg chg="add mod">
          <ac:chgData name="Wick, Felix" userId="85efb633-acf6-425d-a271-4f136bfa2fb0" providerId="ADAL" clId="{DACC29C2-A778-45C7-8543-4D646C639406}" dt="2025-03-11T12:32:48.404" v="14901" actId="14100"/>
          <ac:picMkLst>
            <pc:docMk/>
            <pc:sldMk cId="3053872215" sldId="757"/>
            <ac:picMk id="6" creationId="{8FC4E49D-3991-A31E-BC03-DE901A39C039}"/>
          </ac:picMkLst>
        </pc:picChg>
      </pc:sldChg>
      <pc:sldChg chg="modSp mod">
        <pc:chgData name="Wick, Felix" userId="85efb633-acf6-425d-a271-4f136bfa2fb0" providerId="ADAL" clId="{DACC29C2-A778-45C7-8543-4D646C639406}" dt="2025-03-11T12:28:49" v="14834" actId="20577"/>
        <pc:sldMkLst>
          <pc:docMk/>
          <pc:sldMk cId="1268162912" sldId="758"/>
        </pc:sldMkLst>
        <pc:spChg chg="mod">
          <ac:chgData name="Wick, Felix" userId="85efb633-acf6-425d-a271-4f136bfa2fb0" providerId="ADAL" clId="{DACC29C2-A778-45C7-8543-4D646C639406}" dt="2025-03-11T12:28:49" v="14834" actId="20577"/>
          <ac:spMkLst>
            <pc:docMk/>
            <pc:sldMk cId="1268162912" sldId="758"/>
            <ac:spMk id="5" creationId="{B2CA9851-4199-DE35-DC21-B5A5BAEE10C4}"/>
          </ac:spMkLst>
        </pc:spChg>
      </pc:sldChg>
      <pc:sldChg chg="addSp modSp new del mod">
        <pc:chgData name="Wick, Felix" userId="85efb633-acf6-425d-a271-4f136bfa2fb0" providerId="ADAL" clId="{DACC29C2-A778-45C7-8543-4D646C639406}" dt="2025-03-10T23:16:11.287" v="12635" actId="680"/>
        <pc:sldMkLst>
          <pc:docMk/>
          <pc:sldMk cId="2432376496" sldId="758"/>
        </pc:sldMkLst>
      </pc:sldChg>
      <pc:sldChg chg="modSp mod">
        <pc:chgData name="Wick, Felix" userId="85efb633-acf6-425d-a271-4f136bfa2fb0" providerId="ADAL" clId="{DACC29C2-A778-45C7-8543-4D646C639406}" dt="2025-03-11T07:27:43.335" v="13123" actId="20577"/>
        <pc:sldMkLst>
          <pc:docMk/>
          <pc:sldMk cId="2138685873" sldId="759"/>
        </pc:sldMkLst>
        <pc:spChg chg="mod">
          <ac:chgData name="Wick, Felix" userId="85efb633-acf6-425d-a271-4f136bfa2fb0" providerId="ADAL" clId="{DACC29C2-A778-45C7-8543-4D646C639406}" dt="2025-03-11T07:27:43.335" v="13123" actId="20577"/>
          <ac:spMkLst>
            <pc:docMk/>
            <pc:sldMk cId="2138685873" sldId="759"/>
            <ac:spMk id="5" creationId="{BB41473A-6CF4-01E4-7FA6-3D0795C94569}"/>
          </ac:spMkLst>
        </pc:spChg>
      </pc:sldChg>
      <pc:sldChg chg="addSp modSp new del mod">
        <pc:chgData name="Wick, Felix" userId="85efb633-acf6-425d-a271-4f136bfa2fb0" providerId="ADAL" clId="{DACC29C2-A778-45C7-8543-4D646C639406}" dt="2025-03-11T12:28:38.031" v="14829" actId="47"/>
        <pc:sldMkLst>
          <pc:docMk/>
          <pc:sldMk cId="2736983411" sldId="760"/>
        </pc:sldMkLst>
      </pc:sldChg>
      <pc:sldChg chg="addSp delSp modSp new mod">
        <pc:chgData name="Wick, Felix" userId="85efb633-acf6-425d-a271-4f136bfa2fb0" providerId="ADAL" clId="{DACC29C2-A778-45C7-8543-4D646C639406}" dt="2025-03-11T12:46:34.540" v="15169" actId="20577"/>
        <pc:sldMkLst>
          <pc:docMk/>
          <pc:sldMk cId="855224840" sldId="761"/>
        </pc:sldMkLst>
        <pc:spChg chg="mod">
          <ac:chgData name="Wick, Felix" userId="85efb633-acf6-425d-a271-4f136bfa2fb0" providerId="ADAL" clId="{DACC29C2-A778-45C7-8543-4D646C639406}" dt="2025-03-11T10:09:26.306" v="14509" actId="20577"/>
          <ac:spMkLst>
            <pc:docMk/>
            <pc:sldMk cId="855224840" sldId="761"/>
            <ac:spMk id="2" creationId="{35E237F0-D221-18B4-7B8F-A1DEC9B52F0D}"/>
          </ac:spMkLst>
        </pc:spChg>
        <pc:spChg chg="mod">
          <ac:chgData name="Wick, Felix" userId="85efb633-acf6-425d-a271-4f136bfa2fb0" providerId="ADAL" clId="{DACC29C2-A778-45C7-8543-4D646C639406}" dt="2025-03-11T12:46:34.540" v="15169" actId="20577"/>
          <ac:spMkLst>
            <pc:docMk/>
            <pc:sldMk cId="855224840" sldId="761"/>
            <ac:spMk id="3" creationId="{B6CBFEB1-8F83-307C-536B-4395B46DE1D7}"/>
          </ac:spMkLst>
        </pc:spChg>
        <pc:picChg chg="add mod ord">
          <ac:chgData name="Wick, Felix" userId="85efb633-acf6-425d-a271-4f136bfa2fb0" providerId="ADAL" clId="{DACC29C2-A778-45C7-8543-4D646C639406}" dt="2025-03-11T12:42:31.722" v="15021" actId="1035"/>
          <ac:picMkLst>
            <pc:docMk/>
            <pc:sldMk cId="855224840" sldId="761"/>
            <ac:picMk id="8" creationId="{0AAB5E47-C028-6A81-FEDB-86397F4234E2}"/>
          </ac:picMkLst>
        </pc:picChg>
      </pc:sldChg>
      <pc:sldChg chg="addSp modSp new mod ord">
        <pc:chgData name="Wick, Felix" userId="85efb633-acf6-425d-a271-4f136bfa2fb0" providerId="ADAL" clId="{DACC29C2-A778-45C7-8543-4D646C639406}" dt="2025-03-11T12:35:21.153" v="15005" actId="20577"/>
        <pc:sldMkLst>
          <pc:docMk/>
          <pc:sldMk cId="3412062414" sldId="762"/>
        </pc:sldMkLst>
        <pc:spChg chg="mod">
          <ac:chgData name="Wick, Felix" userId="85efb633-acf6-425d-a271-4f136bfa2fb0" providerId="ADAL" clId="{DACC29C2-A778-45C7-8543-4D646C639406}" dt="2025-03-11T10:11:51.849" v="14518" actId="20577"/>
          <ac:spMkLst>
            <pc:docMk/>
            <pc:sldMk cId="3412062414" sldId="762"/>
            <ac:spMk id="2" creationId="{02206AA2-1E5E-FFF1-28E5-4F6790FFA36D}"/>
          </ac:spMkLst>
        </pc:spChg>
        <pc:spChg chg="mod">
          <ac:chgData name="Wick, Felix" userId="85efb633-acf6-425d-a271-4f136bfa2fb0" providerId="ADAL" clId="{DACC29C2-A778-45C7-8543-4D646C639406}" dt="2025-03-11T12:35:21.153" v="15005" actId="20577"/>
          <ac:spMkLst>
            <pc:docMk/>
            <pc:sldMk cId="3412062414" sldId="762"/>
            <ac:spMk id="3" creationId="{BB9AA76F-EF8C-33FA-18C0-8E2C16FDABBD}"/>
          </ac:spMkLst>
        </pc:spChg>
        <pc:picChg chg="add mod">
          <ac:chgData name="Wick, Felix" userId="85efb633-acf6-425d-a271-4f136bfa2fb0" providerId="ADAL" clId="{DACC29C2-A778-45C7-8543-4D646C639406}" dt="2025-03-11T11:54:59.605" v="14535" actId="1076"/>
          <ac:picMkLst>
            <pc:docMk/>
            <pc:sldMk cId="3412062414" sldId="762"/>
            <ac:picMk id="6" creationId="{D5D6AA8C-7EAE-2075-B184-C702D30DC246}"/>
          </ac:picMkLst>
        </pc:picChg>
      </pc:sldChg>
      <pc:sldChg chg="addSp delSp modSp new mod ord modClrScheme chgLayout">
        <pc:chgData name="Wick, Felix" userId="85efb633-acf6-425d-a271-4f136bfa2fb0" providerId="ADAL" clId="{DACC29C2-A778-45C7-8543-4D646C639406}" dt="2025-03-18T13:59:41.133" v="22120" actId="1076"/>
        <pc:sldMkLst>
          <pc:docMk/>
          <pc:sldMk cId="763901839" sldId="763"/>
        </pc:sldMkLst>
        <pc:spChg chg="mod ord">
          <ac:chgData name="Wick, Felix" userId="85efb633-acf6-425d-a271-4f136bfa2fb0" providerId="ADAL" clId="{DACC29C2-A778-45C7-8543-4D646C639406}" dt="2025-03-11T13:32:21.818" v="15323" actId="700"/>
          <ac:spMkLst>
            <pc:docMk/>
            <pc:sldMk cId="763901839" sldId="763"/>
            <ac:spMk id="4" creationId="{B5777D9E-3EB8-B9D4-9E05-39C59B25F18E}"/>
          </ac:spMkLst>
        </pc:spChg>
        <pc:spChg chg="add mod">
          <ac:chgData name="Wick, Felix" userId="85efb633-acf6-425d-a271-4f136bfa2fb0" providerId="ADAL" clId="{DACC29C2-A778-45C7-8543-4D646C639406}" dt="2025-03-18T13:58:15.086" v="22105" actId="1038"/>
          <ac:spMkLst>
            <pc:docMk/>
            <pc:sldMk cId="763901839" sldId="763"/>
            <ac:spMk id="9" creationId="{BAAE70BC-18BD-8ADE-1D0D-DE8BAB53C3BC}"/>
          </ac:spMkLst>
        </pc:spChg>
        <pc:spChg chg="add mod">
          <ac:chgData name="Wick, Felix" userId="85efb633-acf6-425d-a271-4f136bfa2fb0" providerId="ADAL" clId="{DACC29C2-A778-45C7-8543-4D646C639406}" dt="2025-03-18T13:58:20.574" v="22106" actId="1076"/>
          <ac:spMkLst>
            <pc:docMk/>
            <pc:sldMk cId="763901839" sldId="763"/>
            <ac:spMk id="10" creationId="{3DFA5F87-C0DC-501C-FF32-2402E9A033EB}"/>
          </ac:spMkLst>
        </pc:spChg>
        <pc:picChg chg="add del mod">
          <ac:chgData name="Wick, Felix" userId="85efb633-acf6-425d-a271-4f136bfa2fb0" providerId="ADAL" clId="{DACC29C2-A778-45C7-8543-4D646C639406}" dt="2025-03-18T13:58:59.386" v="22112" actId="478"/>
          <ac:picMkLst>
            <pc:docMk/>
            <pc:sldMk cId="763901839" sldId="763"/>
            <ac:picMk id="3" creationId="{85D82589-4632-0BE4-83DF-9DA115342DAB}"/>
          </ac:picMkLst>
        </pc:picChg>
        <pc:picChg chg="add mod">
          <ac:chgData name="Wick, Felix" userId="85efb633-acf6-425d-a271-4f136bfa2fb0" providerId="ADAL" clId="{DACC29C2-A778-45C7-8543-4D646C639406}" dt="2025-03-18T13:58:15.086" v="22105" actId="1038"/>
          <ac:picMkLst>
            <pc:docMk/>
            <pc:sldMk cId="763901839" sldId="763"/>
            <ac:picMk id="6" creationId="{9C1B3A44-FF7D-42AC-7F58-5DBF7823F7FF}"/>
          </ac:picMkLst>
        </pc:picChg>
        <pc:picChg chg="add mod">
          <ac:chgData name="Wick, Felix" userId="85efb633-acf6-425d-a271-4f136bfa2fb0" providerId="ADAL" clId="{DACC29C2-A778-45C7-8543-4D646C639406}" dt="2025-03-18T13:59:41.133" v="22120" actId="1076"/>
          <ac:picMkLst>
            <pc:docMk/>
            <pc:sldMk cId="763901839" sldId="763"/>
            <ac:picMk id="7" creationId="{7770CB58-00D0-0A7B-F0D8-824FD7C60C1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8T10:24:18.097" v="21977" actId="20577"/>
        <pc:sldMkLst>
          <pc:docMk/>
          <pc:sldMk cId="2158015399" sldId="764"/>
        </pc:sldMkLst>
        <pc:spChg chg="mod ord">
          <ac:chgData name="Wick, Felix" userId="85efb633-acf6-425d-a271-4f136bfa2fb0" providerId="ADAL" clId="{DACC29C2-A778-45C7-8543-4D646C639406}" dt="2025-03-11T19:26:20.298" v="16476" actId="700"/>
          <ac:spMkLst>
            <pc:docMk/>
            <pc:sldMk cId="2158015399" sldId="764"/>
            <ac:spMk id="3" creationId="{BA58655B-DBC4-1FBD-553A-7013712C2C8A}"/>
          </ac:spMkLst>
        </pc:spChg>
        <pc:spChg chg="add mod ord">
          <ac:chgData name="Wick, Felix" userId="85efb633-acf6-425d-a271-4f136bfa2fb0" providerId="ADAL" clId="{DACC29C2-A778-45C7-8543-4D646C639406}" dt="2025-03-11T19:31:22.792" v="16880" actId="255"/>
          <ac:spMkLst>
            <pc:docMk/>
            <pc:sldMk cId="2158015399" sldId="764"/>
            <ac:spMk id="4" creationId="{28278F78-95FB-8544-1864-5DA22AF49253}"/>
          </ac:spMkLst>
        </pc:spChg>
        <pc:spChg chg="add mod ord">
          <ac:chgData name="Wick, Felix" userId="85efb633-acf6-425d-a271-4f136bfa2fb0" providerId="ADAL" clId="{DACC29C2-A778-45C7-8543-4D646C639406}" dt="2025-03-18T10:24:18.097" v="21977" actId="20577"/>
          <ac:spMkLst>
            <pc:docMk/>
            <pc:sldMk cId="2158015399" sldId="764"/>
            <ac:spMk id="5" creationId="{E7C1F577-EE52-05E8-BBEB-14CB5BBE691B}"/>
          </ac:spMkLst>
        </pc:spChg>
      </pc:sldChg>
      <pc:sldChg chg="modSp new mod">
        <pc:chgData name="Wick, Felix" userId="85efb633-acf6-425d-a271-4f136bfa2fb0" providerId="ADAL" clId="{DACC29C2-A778-45C7-8543-4D646C639406}" dt="2025-03-13T09:56:27.557" v="20072" actId="20577"/>
        <pc:sldMkLst>
          <pc:docMk/>
          <pc:sldMk cId="764718086" sldId="765"/>
        </pc:sldMkLst>
        <pc:spChg chg="mod">
          <ac:chgData name="Wick, Felix" userId="85efb633-acf6-425d-a271-4f136bfa2fb0" providerId="ADAL" clId="{DACC29C2-A778-45C7-8543-4D646C639406}" dt="2025-03-12T06:30:33.730" v="17716"/>
          <ac:spMkLst>
            <pc:docMk/>
            <pc:sldMk cId="764718086" sldId="765"/>
            <ac:spMk id="2" creationId="{E791220E-7236-CFD5-A376-75A09DAE62CB}"/>
          </ac:spMkLst>
        </pc:spChg>
        <pc:spChg chg="mod">
          <ac:chgData name="Wick, Felix" userId="85efb633-acf6-425d-a271-4f136bfa2fb0" providerId="ADAL" clId="{DACC29C2-A778-45C7-8543-4D646C639406}" dt="2025-03-13T09:56:27.557" v="20072" actId="20577"/>
          <ac:spMkLst>
            <pc:docMk/>
            <pc:sldMk cId="764718086" sldId="765"/>
            <ac:spMk id="3" creationId="{D8F3B1CA-25BE-6A28-E8EA-84530C91DC54}"/>
          </ac:spMkLst>
        </pc:spChg>
      </pc:sldChg>
      <pc:sldChg chg="modSp new mod">
        <pc:chgData name="Wick, Felix" userId="85efb633-acf6-425d-a271-4f136bfa2fb0" providerId="ADAL" clId="{DACC29C2-A778-45C7-8543-4D646C639406}" dt="2025-03-13T10:16:01.348" v="20814" actId="20577"/>
        <pc:sldMkLst>
          <pc:docMk/>
          <pc:sldMk cId="2407320420" sldId="766"/>
        </pc:sldMkLst>
        <pc:spChg chg="mod">
          <ac:chgData name="Wick, Felix" userId="85efb633-acf6-425d-a271-4f136bfa2fb0" providerId="ADAL" clId="{DACC29C2-A778-45C7-8543-4D646C639406}" dt="2025-03-13T10:01:25.482" v="20100" actId="20577"/>
          <ac:spMkLst>
            <pc:docMk/>
            <pc:sldMk cId="2407320420" sldId="766"/>
            <ac:spMk id="2" creationId="{3EC70418-8F83-3C9E-7A93-DF61EC41A1E3}"/>
          </ac:spMkLst>
        </pc:spChg>
        <pc:spChg chg="mod">
          <ac:chgData name="Wick, Felix" userId="85efb633-acf6-425d-a271-4f136bfa2fb0" providerId="ADAL" clId="{DACC29C2-A778-45C7-8543-4D646C639406}" dt="2025-03-13T10:16:01.348" v="20814" actId="20577"/>
          <ac:spMkLst>
            <pc:docMk/>
            <pc:sldMk cId="2407320420" sldId="766"/>
            <ac:spMk id="3" creationId="{6CAFF65F-2B24-83B6-1383-8EC4F9454843}"/>
          </ac:spMkLst>
        </pc:spChg>
      </pc:sldChg>
      <pc:sldChg chg="addSp modSp new mod">
        <pc:chgData name="Wick, Felix" userId="85efb633-acf6-425d-a271-4f136bfa2fb0" providerId="ADAL" clId="{DACC29C2-A778-45C7-8543-4D646C639406}" dt="2025-03-13T10:34:59.979" v="21225" actId="20577"/>
        <pc:sldMkLst>
          <pc:docMk/>
          <pc:sldMk cId="2338209074" sldId="767"/>
        </pc:sldMkLst>
        <pc:spChg chg="add mod">
          <ac:chgData name="Wick, Felix" userId="85efb633-acf6-425d-a271-4f136bfa2fb0" providerId="ADAL" clId="{DACC29C2-A778-45C7-8543-4D646C639406}" dt="2025-03-13T10:25:27.543" v="20856" actId="27636"/>
          <ac:spMkLst>
            <pc:docMk/>
            <pc:sldMk cId="2338209074" sldId="767"/>
            <ac:spMk id="3" creationId="{01EB4AE9-F3FF-2ABB-B240-09C4652B9BD0}"/>
          </ac:spMkLst>
        </pc:spChg>
        <pc:spChg chg="add mod">
          <ac:chgData name="Wick, Felix" userId="85efb633-acf6-425d-a271-4f136bfa2fb0" providerId="ADAL" clId="{DACC29C2-A778-45C7-8543-4D646C639406}" dt="2025-03-13T10:34:59.979" v="21225" actId="20577"/>
          <ac:spMkLst>
            <pc:docMk/>
            <pc:sldMk cId="2338209074" sldId="767"/>
            <ac:spMk id="4" creationId="{001100A7-6AEF-6906-2A86-5AE713F844AF}"/>
          </ac:spMkLst>
        </pc:spChg>
        <pc:spChg chg="add mod">
          <ac:chgData name="Wick, Felix" userId="85efb633-acf6-425d-a271-4f136bfa2fb0" providerId="ADAL" clId="{DACC29C2-A778-45C7-8543-4D646C639406}" dt="2025-03-13T10:26:08.330" v="20861" actId="1076"/>
          <ac:spMkLst>
            <pc:docMk/>
            <pc:sldMk cId="2338209074" sldId="767"/>
            <ac:spMk id="5" creationId="{D5852171-30FF-2975-E122-702663052D61}"/>
          </ac:spMkLst>
        </pc:spChg>
        <pc:picChg chg="add mod">
          <ac:chgData name="Wick, Felix" userId="85efb633-acf6-425d-a271-4f136bfa2fb0" providerId="ADAL" clId="{DACC29C2-A778-45C7-8543-4D646C639406}" dt="2025-03-13T10:23:20.281" v="20817" actId="1076"/>
          <ac:picMkLst>
            <pc:docMk/>
            <pc:sldMk cId="2338209074" sldId="767"/>
            <ac:picMk id="1026" creationId="{FC870770-F54B-5DD7-DF12-34A6E12AB15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3T11:01:09.096" v="21590" actId="1038"/>
        <pc:sldMkLst>
          <pc:docMk/>
          <pc:sldMk cId="820025180" sldId="768"/>
        </pc:sldMkLst>
        <pc:spChg chg="mod ord">
          <ac:chgData name="Wick, Felix" userId="85efb633-acf6-425d-a271-4f136bfa2fb0" providerId="ADAL" clId="{DACC29C2-A778-45C7-8543-4D646C639406}" dt="2025-03-13T10:46:27.393" v="21241" actId="700"/>
          <ac:spMkLst>
            <pc:docMk/>
            <pc:sldMk cId="820025180" sldId="768"/>
            <ac:spMk id="4" creationId="{B2E9D468-A5B3-3E34-5C8E-5963984ED935}"/>
          </ac:spMkLst>
        </pc:spChg>
        <pc:spChg chg="add mod ord">
          <ac:chgData name="Wick, Felix" userId="85efb633-acf6-425d-a271-4f136bfa2fb0" providerId="ADAL" clId="{DACC29C2-A778-45C7-8543-4D646C639406}" dt="2025-03-13T11:00:57.571" v="21574" actId="255"/>
          <ac:spMkLst>
            <pc:docMk/>
            <pc:sldMk cId="820025180" sldId="768"/>
            <ac:spMk id="7" creationId="{6DF1FD18-D2A0-2078-98E0-DBA1C40924C9}"/>
          </ac:spMkLst>
        </pc:spChg>
        <pc:spChg chg="add mod ord">
          <ac:chgData name="Wick, Felix" userId="85efb633-acf6-425d-a271-4f136bfa2fb0" providerId="ADAL" clId="{DACC29C2-A778-45C7-8543-4D646C639406}" dt="2025-03-13T11:00:35.445" v="21547" actId="14100"/>
          <ac:spMkLst>
            <pc:docMk/>
            <pc:sldMk cId="820025180" sldId="768"/>
            <ac:spMk id="8" creationId="{92711593-CE88-D625-4052-59C05976213D}"/>
          </ac:spMkLst>
        </pc:spChg>
        <pc:picChg chg="add mod ord">
          <ac:chgData name="Wick, Felix" userId="85efb633-acf6-425d-a271-4f136bfa2fb0" providerId="ADAL" clId="{DACC29C2-A778-45C7-8543-4D646C639406}" dt="2025-03-13T11:01:09.096" v="21590" actId="1038"/>
          <ac:picMkLst>
            <pc:docMk/>
            <pc:sldMk cId="820025180" sldId="768"/>
            <ac:picMk id="6" creationId="{923A2402-E105-6802-1513-F2F26EDF0FB5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1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Finetuning</a:t>
          </a:r>
          <a:endParaRPr lang="en-US" sz="2800" b="0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4A0A5-3125-4A93-A463-B2CA0DCE058B}" type="datetimeFigureOut">
              <a:rPr lang="en-GB" smtClean="0"/>
              <a:t>15/09/2025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7BB845-5EDE-4644-BE7F-B673B342B3A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9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15/09/2025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94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15/09/2025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95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15/09/2025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946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15/09/2025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32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15/09/2025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659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15/09/2025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37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15/09/2025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15/09/2025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351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15/09/2025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88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15/09/2025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449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15/09/2025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15/09/2025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42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evelopers.google.com/machine-learning/gan/generative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15556" TargetMode="External"/><Relationship Id="rId2" Type="http://schemas.openxmlformats.org/officeDocument/2006/relationships/hyperlink" Target="https://arxiv.org/abs/2001.08361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fleuret.org/public/lbdl.pdf" TargetMode="Externa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oonshotAI/Kimi-K2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moonshotai.github.io/Kimi-K2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508.10925" TargetMode="External"/><Relationship Id="rId3" Type="http://schemas.openxmlformats.org/officeDocument/2006/relationships/hyperlink" Target="https://cdn.openai.com/better-language-models/language_models_are_unsupervised_multitask_learners.pdf" TargetMode="External"/><Relationship Id="rId7" Type="http://schemas.openxmlformats.org/officeDocument/2006/relationships/hyperlink" Target="https://openai.com/index/openai-o1-system-card/" TargetMode="External"/><Relationship Id="rId2" Type="http://schemas.openxmlformats.org/officeDocument/2006/relationships/hyperlink" Target="https://cdn.openai.com/research-covers/language-unsupervised/language_understanding_paper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abs/2303.12712" TargetMode="External"/><Relationship Id="rId5" Type="http://schemas.openxmlformats.org/officeDocument/2006/relationships/hyperlink" Target="https://cdn.openai.com/papers/gpt-4.pdf" TargetMode="External"/><Relationship Id="rId4" Type="http://schemas.openxmlformats.org/officeDocument/2006/relationships/hyperlink" Target="https://arxiv.org/abs/2005.14165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lmarena.ai/leaderboard/" TargetMode="Externa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404.14219" TargetMode="External"/><Relationship Id="rId2" Type="http://schemas.openxmlformats.org/officeDocument/2006/relationships/hyperlink" Target="https://arxiv.org/abs/2403.08295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i.meta.com/blog/meta-llama-3/" TargetMode="External"/><Relationship Id="rId4" Type="http://schemas.openxmlformats.org/officeDocument/2006/relationships/hyperlink" Target="https://arxiv.org/abs/2310.06825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LLMs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516857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67049E-4AA0-8D84-7669-3EA68C9E6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LLMs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19594E-42C7-982A-BCBD-45DEE050C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de-DE" dirty="0"/>
          </a:p>
          <a:p>
            <a:r>
              <a:rPr lang="de-DE" dirty="0"/>
              <a:t>generative AI</a:t>
            </a:r>
          </a:p>
          <a:p>
            <a:pPr marL="0" indent="0">
              <a:buNone/>
            </a:pPr>
            <a:endParaRPr lang="de-DE" dirty="0"/>
          </a:p>
          <a:p>
            <a:r>
              <a:rPr lang="en-GB" dirty="0"/>
              <a:t>a</a:t>
            </a:r>
            <a:r>
              <a:rPr lang="en-DE"/>
              <a:t>utoregressive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generation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scaling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LLM </a:t>
            </a:r>
            <a:r>
              <a:rPr lang="de-DE" dirty="0" err="1"/>
              <a:t>zoo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A4D195-B0D0-5BB8-D24F-20E2DFAAB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811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A8D56-2C17-0071-998B-2AC3465CE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E" sz="4300" dirty="0"/>
              <a:t>Generative vs </a:t>
            </a:r>
            <a:r>
              <a:rPr lang="en-GB" sz="4300" dirty="0"/>
              <a:t>Predictive/</a:t>
            </a:r>
            <a:r>
              <a:rPr lang="en-DE" sz="4300" dirty="0"/>
              <a:t>Discriminative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216029-E185-B135-4087-B6C224078F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944163"/>
                <a:ext cx="6203731" cy="32868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discriminative models:</a:t>
                </a:r>
              </a:p>
              <a:p>
                <a:pPr marL="0" indent="0">
                  <a:buNone/>
                </a:pPr>
                <a:r>
                  <a:rPr lang="en-GB" sz="2400" dirty="0"/>
                  <a:t>predict conditional probability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generative models:</a:t>
                </a:r>
              </a:p>
              <a:p>
                <a:pPr marL="0" indent="0">
                  <a:buNone/>
                </a:pPr>
                <a:r>
                  <a:rPr lang="en-GB" sz="2400" dirty="0"/>
                  <a:t>predict joint probability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endParaRPr lang="en-GB" sz="2400" b="1" dirty="0"/>
              </a:p>
              <a:p>
                <a:pPr marL="0" indent="0">
                  <a:buNone/>
                </a:pPr>
                <a:r>
                  <a:rPr lang="en-GB" sz="2400" dirty="0"/>
                  <a:t>(or just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</m:d>
                  </m:oMath>
                </a14:m>
                <a:r>
                  <a:rPr lang="en-GB" sz="2400" b="1" dirty="0">
                    <a:sym typeface="Wingdings" panose="05000000000000000000" pitchFamily="2" charset="2"/>
                  </a:rPr>
                  <a:t> </a:t>
                </a:r>
                <a:r>
                  <a:rPr lang="en-GB" sz="2400" dirty="0">
                    <a:sym typeface="Wingdings" panose="05000000000000000000" pitchFamily="2" charset="2"/>
                  </a:rPr>
                  <a:t></a:t>
                </a:r>
                <a:r>
                  <a:rPr lang="en-GB" sz="2400" dirty="0"/>
                  <a:t> unsupervised learning)</a:t>
                </a:r>
              </a:p>
              <a:p>
                <a:pPr marL="0" indent="0">
                  <a:buNone/>
                </a:pPr>
                <a:r>
                  <a:rPr lang="en-GB" sz="2400" dirty="0">
                    <a:sym typeface="Wingdings" panose="05000000000000000000" pitchFamily="2" charset="2"/>
                  </a:rPr>
                  <a:t> </a:t>
                </a:r>
                <a:r>
                  <a:rPr lang="en-GB" sz="2400" dirty="0"/>
                  <a:t>allow to generate new data samples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216029-E185-B135-4087-B6C224078F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944163"/>
                <a:ext cx="6203731" cy="3286850"/>
              </a:xfrm>
              <a:blipFill>
                <a:blip r:embed="rId2"/>
                <a:stretch>
                  <a:fillRect l="-1573" t="-2597" b="-3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DAAF07-FB21-CD30-E67D-9DAC73268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FEAD7E-BF4A-2941-8FC0-E96033F99716}" type="slidenum">
              <a:rPr lang="en-DE" smtClean="0"/>
              <a:t>4</a:t>
            </a:fld>
            <a:endParaRPr lang="en-DE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0AE53A09-11A6-7D5D-5752-79C56178BB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0497" y="1938867"/>
            <a:ext cx="4977491" cy="22393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B7DFFE-3017-F778-312F-CE533FE365F9}"/>
              </a:ext>
            </a:extLst>
          </p:cNvPr>
          <p:cNvSpPr txBox="1"/>
          <p:nvPr/>
        </p:nvSpPr>
        <p:spPr>
          <a:xfrm>
            <a:off x="10821282" y="3788751"/>
            <a:ext cx="5325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7A5682-5BEA-BBAD-A038-0421C08772E7}"/>
              </a:ext>
            </a:extLst>
          </p:cNvPr>
          <p:cNvSpPr txBox="1"/>
          <p:nvPr/>
        </p:nvSpPr>
        <p:spPr>
          <a:xfrm>
            <a:off x="7160497" y="1434598"/>
            <a:ext cx="2143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</a:t>
            </a:r>
            <a:r>
              <a:rPr lang="en-DE" dirty="0"/>
              <a:t>iscriminative model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3C9F72-7BD7-E913-FC6F-BB09F8C18FD1}"/>
              </a:ext>
            </a:extLst>
          </p:cNvPr>
          <p:cNvSpPr txBox="1"/>
          <p:nvPr/>
        </p:nvSpPr>
        <p:spPr>
          <a:xfrm>
            <a:off x="9644682" y="1428767"/>
            <a:ext cx="1824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generative 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6DFC40-2123-31B5-7B07-7C24DA60F552}"/>
              </a:ext>
            </a:extLst>
          </p:cNvPr>
          <p:cNvSpPr txBox="1"/>
          <p:nvPr/>
        </p:nvSpPr>
        <p:spPr>
          <a:xfrm>
            <a:off x="838201" y="5563290"/>
            <a:ext cx="96025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Generative models can be used for predictive tasks (Bayes theorem).</a:t>
            </a:r>
          </a:p>
          <a:p>
            <a:r>
              <a:rPr lang="en-GB" sz="2400" dirty="0"/>
              <a:t>But predictive models are usually better at it.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9DE10A-881C-D96E-639E-D4428BF368A7}"/>
              </a:ext>
            </a:extLst>
          </p:cNvPr>
          <p:cNvSpPr txBox="1"/>
          <p:nvPr/>
        </p:nvSpPr>
        <p:spPr>
          <a:xfrm>
            <a:off x="6946003" y="4227883"/>
            <a:ext cx="519198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task of g</a:t>
            </a:r>
            <a:r>
              <a:rPr lang="en-DE" sz="1800" dirty="0"/>
              <a:t>enerative models more difficult: </a:t>
            </a:r>
            <a:r>
              <a:rPr lang="en-GB" sz="1800" dirty="0"/>
              <a:t>need to </a:t>
            </a:r>
            <a:r>
              <a:rPr lang="en-DE" sz="1800" dirty="0"/>
              <a:t>model full data distribution rather than merely find patterns in inputs to distinguish outputs</a:t>
            </a:r>
          </a:p>
        </p:txBody>
      </p:sp>
    </p:spTree>
    <p:extLst>
      <p:ext uri="{BB962C8B-B14F-4D97-AF65-F5344CB8AC3E}">
        <p14:creationId xmlns:p14="http://schemas.microsoft.com/office/powerpoint/2010/main" val="2882629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CC447E-0429-2D97-567A-FF3AB92BB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Autoregressive Text Generation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0B0DCB-4295-F0FB-A4D6-FB056FA7F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LLMs (autoregressive </a:t>
            </a:r>
            <a:r>
              <a:rPr lang="de-DE" dirty="0" err="1"/>
              <a:t>transformers</a:t>
            </a:r>
            <a:r>
              <a:rPr lang="de-DE" dirty="0"/>
              <a:t>) </a:t>
            </a:r>
            <a:r>
              <a:rPr lang="de-DE" dirty="0" err="1">
                <a:sym typeface="Wingdings" pitchFamily="2" charset="2"/>
              </a:rPr>
              <a:t>generate</a:t>
            </a:r>
            <a:r>
              <a:rPr lang="de-DE" dirty="0">
                <a:sym typeface="Wingdings" pitchFamily="2" charset="2"/>
              </a:rPr>
              <a:t> </a:t>
            </a:r>
            <a:r>
              <a:rPr lang="en-DE">
                <a:sym typeface="Wingdings" pitchFamily="2" charset="2"/>
              </a:rPr>
              <a:t>one output token </a:t>
            </a:r>
            <a:r>
              <a:rPr lang="de-DE" dirty="0">
                <a:sym typeface="Wingdings" pitchFamily="2" charset="2"/>
              </a:rPr>
              <a:t>at a time (</a:t>
            </a:r>
            <a:r>
              <a:rPr lang="de-DE" dirty="0" err="1">
                <a:sym typeface="Wingdings" pitchFamily="2" charset="2"/>
              </a:rPr>
              <a:t>according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predicted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probabilities</a:t>
            </a:r>
            <a:r>
              <a:rPr lang="de-DE" dirty="0">
                <a:sym typeface="Wingdings" pitchFamily="2" charset="2"/>
              </a:rPr>
              <a:t>)</a:t>
            </a:r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 err="1">
                <a:sym typeface="Wingdings" pitchFamily="2" charset="2"/>
              </a:rPr>
              <a:t>then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add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it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the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context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for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the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prediction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of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the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next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token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resulting</a:t>
            </a:r>
            <a:r>
              <a:rPr lang="de-DE" dirty="0">
                <a:sym typeface="Wingdings" pitchFamily="2" charset="2"/>
              </a:rPr>
              <a:t> in a </a:t>
            </a:r>
            <a:r>
              <a:rPr lang="de-DE" dirty="0" err="1">
                <a:sym typeface="Wingdings" pitchFamily="2" charset="2"/>
              </a:rPr>
              <a:t>full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text</a:t>
            </a:r>
            <a:r>
              <a:rPr lang="de-DE" dirty="0">
                <a:sym typeface="Wingdings" pitchFamily="2" charset="2"/>
              </a:rPr>
              <a:t>, </a:t>
            </a:r>
            <a:r>
              <a:rPr lang="de-DE" dirty="0" err="1">
                <a:sym typeface="Wingdings" pitchFamily="2" charset="2"/>
              </a:rPr>
              <a:t>sampled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from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predicted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probabilities</a:t>
            </a:r>
            <a:endParaRPr lang="de-DE" dirty="0">
              <a:sym typeface="Wingdings" pitchFamily="2" charset="2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29B1226-05C9-DC10-1D27-CC1030463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0366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E5F3DB-B3C1-A7DB-3470-528028E1A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LLMs Generative Models </a:t>
            </a:r>
            <a:r>
              <a:rPr lang="de-DE" dirty="0" err="1"/>
              <a:t>then</a:t>
            </a:r>
            <a:r>
              <a:rPr lang="de-DE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D50DE5-65E1-5BF4-D606-8B8555BA99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at </a:t>
                </a:r>
                <a:r>
                  <a:rPr lang="de-DE" sz="2400" dirty="0" err="1"/>
                  <a:t>each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take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sequence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previous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tokens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context</a:t>
                </a:r>
                <a:r>
                  <a:rPr lang="de-DE" sz="2400" dirty="0"/>
                  <a:t>) and </a:t>
                </a:r>
                <a:r>
                  <a:rPr lang="de-DE" sz="2400" dirty="0" err="1"/>
                  <a:t>predict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conditional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distribution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next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token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joint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distribution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over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text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sequences</a:t>
                </a:r>
                <a:r>
                  <a:rPr lang="de-DE" sz="2400" dirty="0"/>
                  <a:t> via </a:t>
                </a:r>
                <a:r>
                  <a:rPr lang="de-DE" sz="2400" dirty="0" err="1"/>
                  <a:t>chain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⋯, </m:t>
                          </m:r>
                          <m:sSub>
                            <m:sSub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&lt;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direct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prediction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joint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probability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shot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implicit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calculation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through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product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conditionals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D50DE5-65E1-5BF4-D606-8B8555BA99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34B76C-4C90-7EEE-3784-1A1B3489F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1857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B2A7F-D706-126A-8733-B64202ABB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Prompting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2ABA11-6D27-64D9-CFC3-94B012C10C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feed information into decoder-only transformer via input prompt</a:t>
            </a:r>
          </a:p>
          <a:p>
            <a:pPr marL="0" indent="0">
              <a:buNone/>
            </a:pPr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attention to context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using all the knowledge acquired during internet-scale pretraining and stored in weights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kind of programmable neural network</a:t>
            </a: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a new paradigm: </a:t>
            </a:r>
            <a:r>
              <a:rPr lang="en-GB" b="1" dirty="0"/>
              <a:t>one model for many tasks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F2EB15C-8815-C83D-8F45-1E72CC59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9064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B18D8-662F-8E62-9266-15406EC25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Size Matters</a:t>
            </a:r>
            <a:r>
              <a:rPr lang="en-GB" dirty="0"/>
              <a:t>: </a:t>
            </a:r>
            <a:r>
              <a:rPr lang="en-GB" b="1" dirty="0"/>
              <a:t>LARGE</a:t>
            </a:r>
            <a:r>
              <a:rPr lang="en-GB" dirty="0"/>
              <a:t> Language Models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0F4078-2FDF-FC34-76CD-ACB22B479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893619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>
                <a:hlinkClick r:id="rId2"/>
              </a:rPr>
              <a:t>scaling laws</a:t>
            </a:r>
            <a:r>
              <a:rPr lang="en-GB" sz="2600" dirty="0"/>
              <a:t>, </a:t>
            </a:r>
            <a:r>
              <a:rPr lang="en-GB" sz="2600" dirty="0">
                <a:hlinkClick r:id="rId3"/>
              </a:rPr>
              <a:t>Chinchilla</a:t>
            </a:r>
            <a:r>
              <a:rPr lang="en-GB" sz="2600" dirty="0"/>
              <a:t>: coupled performance power laws with model size, amount of training data, and compute</a:t>
            </a:r>
          </a:p>
          <a:p>
            <a:pPr marL="0" indent="0">
              <a:buNone/>
            </a:pPr>
            <a:r>
              <a:rPr lang="en-GB" sz="2600" dirty="0">
                <a:sym typeface="Wingdings" panose="05000000000000000000" pitchFamily="2" charset="2"/>
              </a:rPr>
              <a:t> </a:t>
            </a:r>
            <a:r>
              <a:rPr lang="en-GB" sz="2600" dirty="0"/>
              <a:t>era of large-scale models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emergent abilities of LLMs:</a:t>
            </a:r>
          </a:p>
          <a:p>
            <a:r>
              <a:rPr lang="en-GB" sz="2600" dirty="0"/>
              <a:t>multi-task learning: perform new tasks at test time without task-specific training (via </a:t>
            </a:r>
            <a:r>
              <a:rPr lang="en-GB" sz="2600" dirty="0">
                <a:sym typeface="Wingdings" pitchFamily="2" charset="2"/>
              </a:rPr>
              <a:t>p</a:t>
            </a:r>
            <a:r>
              <a:rPr lang="en-GB" sz="2600" dirty="0"/>
              <a:t>rompting)</a:t>
            </a:r>
          </a:p>
          <a:p>
            <a:r>
              <a:rPr lang="en-GB" sz="2600" dirty="0">
                <a:solidFill>
                  <a:srgbClr val="212529"/>
                </a:solidFill>
              </a:rPr>
              <a:t>reasoning capabilities</a:t>
            </a:r>
            <a:endParaRPr lang="en-GB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F0045-E4C4-0C38-5A9B-7A5BA0214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8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71ACDA-58DE-C671-C490-9A25C570A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4395" y="1005021"/>
            <a:ext cx="2390243" cy="53445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67208A-C2CD-8126-638D-2517BFC96589}"/>
              </a:ext>
            </a:extLst>
          </p:cNvPr>
          <p:cNvSpPr txBox="1"/>
          <p:nvPr/>
        </p:nvSpPr>
        <p:spPr>
          <a:xfrm>
            <a:off x="11632120" y="6349560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839114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5C368-8592-0C01-7155-B0402DBC5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LLM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96AE7-65B2-BDAA-9CB1-106D3E0C62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example </a:t>
            </a:r>
            <a:r>
              <a:rPr lang="en-GB" dirty="0">
                <a:hlinkClick r:id="rId2"/>
              </a:rPr>
              <a:t>Kimi K2</a:t>
            </a:r>
            <a:r>
              <a:rPr lang="en-GB" dirty="0"/>
              <a:t> (Mixture-of-Experts model):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vocabulary size (tokens):		160K</a:t>
            </a:r>
          </a:p>
          <a:p>
            <a:r>
              <a:rPr lang="en-GB" dirty="0"/>
              <a:t>embedding dimension:		7,168</a:t>
            </a:r>
          </a:p>
          <a:p>
            <a:r>
              <a:rPr lang="en-GB" dirty="0"/>
              <a:t>context length (tokens):		128K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total parameters:			1T</a:t>
            </a:r>
          </a:p>
          <a:p>
            <a:r>
              <a:rPr lang="en-GB" dirty="0"/>
              <a:t>training tokens:			15.5T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number of layers:			61</a:t>
            </a:r>
          </a:p>
          <a:p>
            <a:r>
              <a:rPr lang="en-GB" dirty="0"/>
              <a:t>number of attention heads:		64</a:t>
            </a:r>
          </a:p>
          <a:p>
            <a:r>
              <a:rPr lang="en-GB" dirty="0"/>
              <a:t>number of experts:			384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9F7305-36A6-E37E-39C3-03F1C64BB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9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47AE09-0CE7-F2EF-E282-E7D203CB2794}"/>
              </a:ext>
            </a:extLst>
          </p:cNvPr>
          <p:cNvSpPr txBox="1"/>
          <p:nvPr/>
        </p:nvSpPr>
        <p:spPr>
          <a:xfrm flipH="1">
            <a:off x="7780863" y="4061832"/>
            <a:ext cx="30553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a lot of memorizing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98ABD0-40ED-3A92-2AD6-EEEFFF673542}"/>
              </a:ext>
            </a:extLst>
          </p:cNvPr>
          <p:cNvCxnSpPr>
            <a:cxnSpLocks/>
            <a:stCxn id="5" idx="3"/>
          </p:cNvCxnSpPr>
          <p:nvPr/>
        </p:nvCxnSpPr>
        <p:spPr>
          <a:xfrm flipH="1">
            <a:off x="6411310" y="4292665"/>
            <a:ext cx="136955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B3AA4BA7-5487-6DD2-189C-F68C512D6F35}"/>
              </a:ext>
            </a:extLst>
          </p:cNvPr>
          <p:cNvSpPr txBox="1"/>
          <p:nvPr/>
        </p:nvSpPr>
        <p:spPr>
          <a:xfrm>
            <a:off x="7797362" y="4672114"/>
            <a:ext cx="381525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compression of the internet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61AAA22A-780F-765B-ED5D-8C5F6DBB657A}"/>
              </a:ext>
            </a:extLst>
          </p:cNvPr>
          <p:cNvSpPr txBox="1"/>
          <p:nvPr/>
        </p:nvSpPr>
        <p:spPr>
          <a:xfrm>
            <a:off x="8008735" y="1690688"/>
            <a:ext cx="33450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usual</a:t>
            </a:r>
            <a:r>
              <a:rPr lang="de-DE" sz="2400" dirty="0"/>
              <a:t>, </a:t>
            </a:r>
            <a:r>
              <a:rPr lang="de-DE" sz="2400" dirty="0" err="1"/>
              <a:t>comes</a:t>
            </a:r>
            <a:r>
              <a:rPr lang="de-DE" sz="2400" dirty="0"/>
              <a:t> in </a:t>
            </a:r>
            <a:r>
              <a:rPr lang="de-DE" sz="2400" dirty="0" err="1"/>
              <a:t>base</a:t>
            </a:r>
            <a:r>
              <a:rPr lang="de-DE" sz="2400" dirty="0"/>
              <a:t> and </a:t>
            </a:r>
            <a:r>
              <a:rPr lang="de-DE" sz="2400" dirty="0" err="1"/>
              <a:t>instruct</a:t>
            </a:r>
            <a:r>
              <a:rPr lang="de-DE" sz="2400" dirty="0"/>
              <a:t> </a:t>
            </a:r>
            <a:r>
              <a:rPr lang="de-DE" sz="2400" dirty="0" err="1"/>
              <a:t>variants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1355309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5C49767A-2E15-165D-D997-E5D752EC1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10</a:t>
            </a:fld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A3B750F-F14C-12D4-7DCC-7B2905B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0430" y="310758"/>
            <a:ext cx="9691139" cy="604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6">
            <a:extLst>
              <a:ext uri="{FF2B5EF4-FFF2-40B4-BE49-F238E27FC236}">
                <a16:creationId xmlns:a16="http://schemas.microsoft.com/office/drawing/2014/main" id="{14EA65BE-46E9-FF4E-46BF-296B8C3044C6}"/>
              </a:ext>
            </a:extLst>
          </p:cNvPr>
          <p:cNvSpPr txBox="1"/>
          <p:nvPr/>
        </p:nvSpPr>
        <p:spPr>
          <a:xfrm>
            <a:off x="10941569" y="5445836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00366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EAD6B4-651B-644D-52EC-1596AE49F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Mixture-of-Experts (</a:t>
            </a:r>
            <a:r>
              <a:rPr lang="en-GB" dirty="0" err="1"/>
              <a:t>MoE</a:t>
            </a:r>
            <a:r>
              <a:rPr lang="en-GB" dirty="0"/>
              <a:t>)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FF8B6C6-1CA1-F2B6-F9FC-88AC607A2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11</a:t>
            </a:fld>
            <a:endParaRPr lang="en-GB"/>
          </a:p>
        </p:txBody>
      </p:sp>
      <p:pic>
        <p:nvPicPr>
          <p:cNvPr id="6" name="Grafik 5" descr="Ein Bild, das Text, Diagramm, Screenshot, Plan enthält.&#10;&#10;KI-generierte Inhalte können fehlerhaft sein.">
            <a:extLst>
              <a:ext uri="{FF2B5EF4-FFF2-40B4-BE49-F238E27FC236}">
                <a16:creationId xmlns:a16="http://schemas.microsoft.com/office/drawing/2014/main" id="{3F18497A-B5E7-77E2-1AC8-0090A6A9E4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7419" y="1695242"/>
            <a:ext cx="4027466" cy="2388703"/>
          </a:xfrm>
          <a:prstGeom prst="rect">
            <a:avLst/>
          </a:prstGeom>
        </p:spPr>
      </p:pic>
      <p:pic>
        <p:nvPicPr>
          <p:cNvPr id="12" name="Grafik 11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D5668014-FFBE-AEF7-7D0B-C34D3710AE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232344"/>
            <a:ext cx="5833240" cy="2557037"/>
          </a:xfrm>
          <a:prstGeom prst="rect">
            <a:avLst/>
          </a:prstGeom>
        </p:spPr>
      </p:pic>
      <p:pic>
        <p:nvPicPr>
          <p:cNvPr id="14" name="Grafik 13" descr="Ein Bild, das Text, Screenshot, Schrift, weiß enthält.&#10;&#10;KI-generierte Inhalte können fehlerhaft sein.">
            <a:extLst>
              <a:ext uri="{FF2B5EF4-FFF2-40B4-BE49-F238E27FC236}">
                <a16:creationId xmlns:a16="http://schemas.microsoft.com/office/drawing/2014/main" id="{3A45987D-4A1C-9D5E-CDE0-DA8F170815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1440" y="5556737"/>
            <a:ext cx="4971393" cy="858076"/>
          </a:xfrm>
          <a:prstGeom prst="rect">
            <a:avLst/>
          </a:prstGeom>
        </p:spPr>
      </p:pic>
      <p:pic>
        <p:nvPicPr>
          <p:cNvPr id="16" name="Grafik 15" descr="Ein Bild, das Text, Screenshot, Diagramm, Plan enthält.&#10;&#10;KI-generierte Inhalte können fehlerhaft sein.">
            <a:extLst>
              <a:ext uri="{FF2B5EF4-FFF2-40B4-BE49-F238E27FC236}">
                <a16:creationId xmlns:a16="http://schemas.microsoft.com/office/drawing/2014/main" id="{A7FC819F-00B5-E029-3603-667BB46CF5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8940" y="1029875"/>
            <a:ext cx="3554860" cy="3828311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3FC9B594-3082-E9CC-A16C-E2108E7775E4}"/>
              </a:ext>
            </a:extLst>
          </p:cNvPr>
          <p:cNvSpPr txBox="1"/>
          <p:nvPr/>
        </p:nvSpPr>
        <p:spPr>
          <a:xfrm>
            <a:off x="10898954" y="875812"/>
            <a:ext cx="1293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FFNN </a:t>
            </a:r>
            <a:r>
              <a:rPr lang="de-DE" dirty="0" err="1"/>
              <a:t>itself</a:t>
            </a:r>
            <a:endParaRPr lang="de-DE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4EC8727B-1DC1-C78D-8CF6-F414C899A7F9}"/>
              </a:ext>
            </a:extLst>
          </p:cNvPr>
          <p:cNvCxnSpPr>
            <a:cxnSpLocks/>
            <a:stCxn id="17" idx="1"/>
          </p:cNvCxnSpPr>
          <p:nvPr/>
        </p:nvCxnSpPr>
        <p:spPr>
          <a:xfrm flipH="1">
            <a:off x="10058400" y="1060478"/>
            <a:ext cx="840554" cy="5266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2C44EF57-8C0D-815E-A98F-21AE49749D13}"/>
              </a:ext>
            </a:extLst>
          </p:cNvPr>
          <p:cNvSpPr txBox="1"/>
          <p:nvPr/>
        </p:nvSpPr>
        <p:spPr>
          <a:xfrm>
            <a:off x="210207" y="1950997"/>
            <a:ext cx="299751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idea</a:t>
            </a:r>
            <a:r>
              <a:rPr lang="de-DE" sz="2000" dirty="0"/>
              <a:t>: </a:t>
            </a:r>
            <a:r>
              <a:rPr lang="de-DE" sz="2000" dirty="0" err="1"/>
              <a:t>replace</a:t>
            </a:r>
            <a:r>
              <a:rPr lang="de-DE" sz="2000" dirty="0"/>
              <a:t> </a:t>
            </a:r>
            <a:r>
              <a:rPr lang="de-DE" sz="2000" dirty="0" err="1"/>
              <a:t>big</a:t>
            </a:r>
            <a:r>
              <a:rPr lang="de-DE" sz="2000" dirty="0"/>
              <a:t> FFNN </a:t>
            </a:r>
            <a:r>
              <a:rPr lang="de-DE" sz="2000" dirty="0" err="1"/>
              <a:t>with</a:t>
            </a:r>
            <a:r>
              <a:rPr lang="de-DE" sz="2000" dirty="0"/>
              <a:t> </a:t>
            </a:r>
            <a:r>
              <a:rPr lang="de-DE" sz="2000" dirty="0" err="1"/>
              <a:t>several</a:t>
            </a:r>
            <a:r>
              <a:rPr lang="de-DE" sz="2000" dirty="0"/>
              <a:t> </a:t>
            </a:r>
            <a:r>
              <a:rPr lang="de-DE" sz="2000" dirty="0" err="1"/>
              <a:t>smaller</a:t>
            </a:r>
            <a:r>
              <a:rPr lang="de-DE" sz="2000" dirty="0"/>
              <a:t> </a:t>
            </a:r>
            <a:r>
              <a:rPr lang="de-DE" sz="2000" dirty="0" err="1"/>
              <a:t>ones</a:t>
            </a:r>
            <a:r>
              <a:rPr lang="de-DE" sz="2000" dirty="0"/>
              <a:t> and </a:t>
            </a:r>
            <a:r>
              <a:rPr lang="de-DE" sz="2000" dirty="0" err="1"/>
              <a:t>activate</a:t>
            </a:r>
            <a:r>
              <a:rPr lang="de-DE" sz="2000" dirty="0"/>
              <a:t> </a:t>
            </a:r>
            <a:r>
              <a:rPr lang="de-DE" sz="2000" dirty="0" err="1"/>
              <a:t>only</a:t>
            </a:r>
            <a:r>
              <a:rPr lang="de-DE" sz="2000" dirty="0"/>
              <a:t> </a:t>
            </a:r>
            <a:r>
              <a:rPr lang="de-DE" sz="2000" dirty="0" err="1"/>
              <a:t>few</a:t>
            </a:r>
            <a:endParaRPr lang="de-DE" sz="2000" dirty="0"/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less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active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parameters</a:t>
            </a:r>
            <a:endParaRPr lang="de-DE" sz="200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E6E2279A-5EDE-233C-29AF-1C06782B0E1F}"/>
              </a:ext>
            </a:extLst>
          </p:cNvPr>
          <p:cNvSpPr txBox="1"/>
          <p:nvPr/>
        </p:nvSpPr>
        <p:spPr>
          <a:xfrm>
            <a:off x="7416490" y="5141530"/>
            <a:ext cx="3519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 (</a:t>
            </a:r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abstract</a:t>
            </a:r>
            <a:r>
              <a:rPr lang="de-DE" dirty="0"/>
              <a:t>):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FD62DF5D-EF8F-9F4C-DDC4-97639D1E6E42}"/>
              </a:ext>
            </a:extLst>
          </p:cNvPr>
          <p:cNvSpPr txBox="1"/>
          <p:nvPr/>
        </p:nvSpPr>
        <p:spPr>
          <a:xfrm>
            <a:off x="48013" y="4232344"/>
            <a:ext cx="3159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different </a:t>
            </a:r>
            <a:r>
              <a:rPr lang="de-DE" dirty="0" err="1"/>
              <a:t>paths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766209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D6321F3-DC05-6B7F-9E51-4ECD9C5A6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12</a:t>
            </a:fld>
            <a:endParaRPr lang="en-GB"/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51C4E7D4-BC9A-C42E-CF08-D3814073013F}"/>
              </a:ext>
            </a:extLst>
          </p:cNvPr>
          <p:cNvCxnSpPr>
            <a:cxnSpLocks/>
            <a:stCxn id="5" idx="0"/>
            <a:endCxn id="12" idx="0"/>
          </p:cNvCxnSpPr>
          <p:nvPr/>
        </p:nvCxnSpPr>
        <p:spPr>
          <a:xfrm flipV="1">
            <a:off x="572220" y="4175665"/>
            <a:ext cx="11047560" cy="45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48E20F93-502D-86D5-695F-4EC5CB765914}"/>
              </a:ext>
            </a:extLst>
          </p:cNvPr>
          <p:cNvSpPr txBox="1"/>
          <p:nvPr/>
        </p:nvSpPr>
        <p:spPr>
          <a:xfrm>
            <a:off x="274702" y="4180187"/>
            <a:ext cx="59503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2017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CFD01B5-3CAE-F82B-8CBC-3DEA93D9313E}"/>
              </a:ext>
            </a:extLst>
          </p:cNvPr>
          <p:cNvSpPr txBox="1"/>
          <p:nvPr/>
        </p:nvSpPr>
        <p:spPr>
          <a:xfrm>
            <a:off x="2115962" y="4180187"/>
            <a:ext cx="59503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2018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B3C0AE14-E90E-1BB4-DEC4-AE2AE8C7F8B2}"/>
              </a:ext>
            </a:extLst>
          </p:cNvPr>
          <p:cNvSpPr txBox="1"/>
          <p:nvPr/>
        </p:nvSpPr>
        <p:spPr>
          <a:xfrm>
            <a:off x="7639742" y="4175664"/>
            <a:ext cx="59503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2021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E178230-E2E0-E0F3-2EC1-24BF60661F8A}"/>
              </a:ext>
            </a:extLst>
          </p:cNvPr>
          <p:cNvSpPr txBox="1"/>
          <p:nvPr/>
        </p:nvSpPr>
        <p:spPr>
          <a:xfrm>
            <a:off x="9481002" y="4172868"/>
            <a:ext cx="59503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2022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9E93289-3009-CBA0-D947-2F7D2494B07B}"/>
              </a:ext>
            </a:extLst>
          </p:cNvPr>
          <p:cNvSpPr txBox="1"/>
          <p:nvPr/>
        </p:nvSpPr>
        <p:spPr>
          <a:xfrm>
            <a:off x="11322262" y="4175665"/>
            <a:ext cx="59503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2023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B140E18C-C3F7-F0A2-B53F-199A6812B133}"/>
              </a:ext>
            </a:extLst>
          </p:cNvPr>
          <p:cNvSpPr txBox="1"/>
          <p:nvPr/>
        </p:nvSpPr>
        <p:spPr>
          <a:xfrm>
            <a:off x="1032956" y="2917117"/>
            <a:ext cx="1247649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/>
              <a:t>Transformer</a:t>
            </a:r>
          </a:p>
          <a:p>
            <a:r>
              <a:rPr lang="de-DE" sz="1200" dirty="0"/>
              <a:t>Google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A797B9C7-8AEE-CF01-0255-B7EB76B1BF9C}"/>
              </a:ext>
            </a:extLst>
          </p:cNvPr>
          <p:cNvSpPr txBox="1"/>
          <p:nvPr/>
        </p:nvSpPr>
        <p:spPr>
          <a:xfrm>
            <a:off x="2640658" y="4930904"/>
            <a:ext cx="1181093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/>
              <a:t>GPT-1</a:t>
            </a:r>
            <a:r>
              <a:rPr lang="de-DE" sz="1500" dirty="0"/>
              <a:t> 117M</a:t>
            </a:r>
          </a:p>
          <a:p>
            <a:r>
              <a:rPr lang="de-DE" sz="1200" dirty="0"/>
              <a:t>OpenAI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385A2A19-3F30-D5E7-58B7-3E3D25C73E61}"/>
              </a:ext>
            </a:extLst>
          </p:cNvPr>
          <p:cNvSpPr txBox="1"/>
          <p:nvPr/>
        </p:nvSpPr>
        <p:spPr>
          <a:xfrm>
            <a:off x="3163214" y="2917117"/>
            <a:ext cx="1128835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/>
              <a:t>BERT</a:t>
            </a:r>
            <a:r>
              <a:rPr lang="de-DE" sz="1500" dirty="0"/>
              <a:t> 340M</a:t>
            </a:r>
          </a:p>
          <a:p>
            <a:r>
              <a:rPr lang="de-DE" sz="1200" dirty="0"/>
              <a:t>Google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3B7A298-BD28-B716-1B5A-58D625B313FF}"/>
              </a:ext>
            </a:extLst>
          </p:cNvPr>
          <p:cNvSpPr txBox="1"/>
          <p:nvPr/>
        </p:nvSpPr>
        <p:spPr>
          <a:xfrm>
            <a:off x="3957222" y="4180187"/>
            <a:ext cx="59503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2019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6BA4051-49A7-85BD-7B7A-8C1725F1E068}"/>
              </a:ext>
            </a:extLst>
          </p:cNvPr>
          <p:cNvSpPr txBox="1"/>
          <p:nvPr/>
        </p:nvSpPr>
        <p:spPr>
          <a:xfrm>
            <a:off x="4034177" y="4930904"/>
            <a:ext cx="1108701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/>
              <a:t>GPT-2</a:t>
            </a:r>
            <a:r>
              <a:rPr lang="de-DE" sz="1500" dirty="0"/>
              <a:t> 1.5B</a:t>
            </a:r>
          </a:p>
          <a:p>
            <a:r>
              <a:rPr lang="de-DE" sz="1200" dirty="0"/>
              <a:t>OpenAI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044AEC4D-81D4-CD3F-4E7B-001F1A7DDF5B}"/>
              </a:ext>
            </a:extLst>
          </p:cNvPr>
          <p:cNvSpPr txBox="1"/>
          <p:nvPr/>
        </p:nvSpPr>
        <p:spPr>
          <a:xfrm>
            <a:off x="5798482" y="4172868"/>
            <a:ext cx="59503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2020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B4FC7F55-2311-81C0-92D2-5F55D24F41DC}"/>
              </a:ext>
            </a:extLst>
          </p:cNvPr>
          <p:cNvSpPr txBox="1"/>
          <p:nvPr/>
        </p:nvSpPr>
        <p:spPr>
          <a:xfrm>
            <a:off x="4286632" y="3645613"/>
            <a:ext cx="11820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1200" dirty="0" err="1"/>
              <a:t>used</a:t>
            </a:r>
            <a:r>
              <a:rPr lang="de-DE" sz="1200" dirty="0"/>
              <a:t> </a:t>
            </a:r>
            <a:r>
              <a:rPr lang="de-DE" sz="1200" dirty="0" err="1"/>
              <a:t>for</a:t>
            </a:r>
            <a:r>
              <a:rPr lang="de-DE" sz="1200" dirty="0"/>
              <a:t> Google </a:t>
            </a:r>
            <a:r>
              <a:rPr lang="de-DE" sz="1200" dirty="0" err="1"/>
              <a:t>search</a:t>
            </a:r>
            <a:r>
              <a:rPr lang="de-DE" sz="1200" dirty="0"/>
              <a:t> 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2DA44139-7181-CA1B-C56F-18A940D986C6}"/>
              </a:ext>
            </a:extLst>
          </p:cNvPr>
          <p:cNvSpPr txBox="1"/>
          <p:nvPr/>
        </p:nvSpPr>
        <p:spPr>
          <a:xfrm>
            <a:off x="6322123" y="4930904"/>
            <a:ext cx="1156792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/>
              <a:t>GPT-3</a:t>
            </a:r>
            <a:r>
              <a:rPr lang="de-DE" sz="1500" dirty="0"/>
              <a:t> 175B</a:t>
            </a:r>
          </a:p>
          <a:p>
            <a:r>
              <a:rPr lang="de-DE" sz="1200" dirty="0"/>
              <a:t>OpenAI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D0657232-07AA-DC00-2DFD-16084FD9BB46}"/>
              </a:ext>
            </a:extLst>
          </p:cNvPr>
          <p:cNvSpPr txBox="1"/>
          <p:nvPr/>
        </p:nvSpPr>
        <p:spPr>
          <a:xfrm>
            <a:off x="5362908" y="2914320"/>
            <a:ext cx="660758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 b="1" dirty="0"/>
              <a:t>T5</a:t>
            </a:r>
          </a:p>
          <a:p>
            <a:r>
              <a:rPr lang="de-DE" sz="1200" dirty="0"/>
              <a:t>Google</a:t>
            </a:r>
          </a:p>
        </p:txBody>
      </p:sp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48567E9D-C6B1-D5B7-3044-9A74F52C3241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1656781" y="3424948"/>
            <a:ext cx="0" cy="75523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40">
            <a:extLst>
              <a:ext uri="{FF2B5EF4-FFF2-40B4-BE49-F238E27FC236}">
                <a16:creationId xmlns:a16="http://schemas.microsoft.com/office/drawing/2014/main" id="{BE2C1AF3-F033-8E18-E284-C59FF86649D8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3727632" y="3424948"/>
            <a:ext cx="0" cy="75523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08F8CDAF-F838-5F92-BB26-28F768A36E75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3231205" y="4180187"/>
            <a:ext cx="0" cy="7507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47">
            <a:extLst>
              <a:ext uri="{FF2B5EF4-FFF2-40B4-BE49-F238E27FC236}">
                <a16:creationId xmlns:a16="http://schemas.microsoft.com/office/drawing/2014/main" id="{3D121997-E584-A491-75EB-E39D62750ED6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4588528" y="4180187"/>
            <a:ext cx="0" cy="7507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50">
            <a:extLst>
              <a:ext uri="{FF2B5EF4-FFF2-40B4-BE49-F238E27FC236}">
                <a16:creationId xmlns:a16="http://schemas.microsoft.com/office/drawing/2014/main" id="{63CA038E-343E-6BBB-6907-A4FFC910B5F2}"/>
              </a:ext>
            </a:extLst>
          </p:cNvPr>
          <p:cNvCxnSpPr>
            <a:cxnSpLocks/>
            <a:stCxn id="32" idx="2"/>
          </p:cNvCxnSpPr>
          <p:nvPr/>
        </p:nvCxnSpPr>
        <p:spPr>
          <a:xfrm>
            <a:off x="5693287" y="3422151"/>
            <a:ext cx="0" cy="7507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52">
            <a:extLst>
              <a:ext uri="{FF2B5EF4-FFF2-40B4-BE49-F238E27FC236}">
                <a16:creationId xmlns:a16="http://schemas.microsoft.com/office/drawing/2014/main" id="{53C2B3BE-E07A-48FD-2CE7-F46F8C4F1889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6900519" y="4180187"/>
            <a:ext cx="0" cy="7507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feld 55">
            <a:extLst>
              <a:ext uri="{FF2B5EF4-FFF2-40B4-BE49-F238E27FC236}">
                <a16:creationId xmlns:a16="http://schemas.microsoft.com/office/drawing/2014/main" id="{78695298-F9DA-8B93-C5FD-933EF564A76F}"/>
              </a:ext>
            </a:extLst>
          </p:cNvPr>
          <p:cNvSpPr txBox="1"/>
          <p:nvPr/>
        </p:nvSpPr>
        <p:spPr>
          <a:xfrm>
            <a:off x="8444267" y="2914319"/>
            <a:ext cx="799642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 err="1"/>
              <a:t>LaMDA</a:t>
            </a:r>
            <a:endParaRPr lang="de-DE" sz="1500" dirty="0"/>
          </a:p>
          <a:p>
            <a:r>
              <a:rPr lang="de-DE" sz="1200" dirty="0"/>
              <a:t>Google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0F6BAA0B-793B-BDAE-FB20-7A1DF12938B4}"/>
              </a:ext>
            </a:extLst>
          </p:cNvPr>
          <p:cNvSpPr txBox="1"/>
          <p:nvPr/>
        </p:nvSpPr>
        <p:spPr>
          <a:xfrm>
            <a:off x="10754309" y="4930904"/>
            <a:ext cx="955903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/>
              <a:t>ChatGPT</a:t>
            </a:r>
            <a:endParaRPr lang="de-DE" sz="1500" dirty="0"/>
          </a:p>
          <a:p>
            <a:r>
              <a:rPr lang="de-DE" sz="1200" dirty="0"/>
              <a:t>OpenAI</a:t>
            </a: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0B3BA1C9-2BAB-69E6-6683-B141AB1A194C}"/>
              </a:ext>
            </a:extLst>
          </p:cNvPr>
          <p:cNvSpPr txBox="1"/>
          <p:nvPr/>
        </p:nvSpPr>
        <p:spPr>
          <a:xfrm>
            <a:off x="9387247" y="4930904"/>
            <a:ext cx="1226426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 err="1"/>
              <a:t>InstructGPT</a:t>
            </a:r>
            <a:endParaRPr lang="de-DE" sz="1500" dirty="0"/>
          </a:p>
          <a:p>
            <a:r>
              <a:rPr lang="de-DE" sz="1200" dirty="0"/>
              <a:t>OpenAI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E3146616-71FB-D1D4-4C49-8B2E4D7A444E}"/>
              </a:ext>
            </a:extLst>
          </p:cNvPr>
          <p:cNvSpPr txBox="1"/>
          <p:nvPr/>
        </p:nvSpPr>
        <p:spPr>
          <a:xfrm>
            <a:off x="9753319" y="2914319"/>
            <a:ext cx="1117998" cy="5078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500" b="1" dirty="0" err="1"/>
              <a:t>PaLM</a:t>
            </a:r>
            <a:r>
              <a:rPr lang="de-DE" sz="1500" dirty="0"/>
              <a:t> 540B</a:t>
            </a:r>
          </a:p>
          <a:p>
            <a:r>
              <a:rPr lang="de-DE" sz="1200" dirty="0"/>
              <a:t>Google</a:t>
            </a:r>
          </a:p>
        </p:txBody>
      </p:sp>
      <p:cxnSp>
        <p:nvCxnSpPr>
          <p:cNvPr id="65" name="Gerade Verbindung 64">
            <a:extLst>
              <a:ext uri="{FF2B5EF4-FFF2-40B4-BE49-F238E27FC236}">
                <a16:creationId xmlns:a16="http://schemas.microsoft.com/office/drawing/2014/main" id="{FA4234F1-A1C0-50DD-3C19-BF38D1012D59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10312318" y="3422150"/>
            <a:ext cx="0" cy="7507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95">
            <a:extLst>
              <a:ext uri="{FF2B5EF4-FFF2-40B4-BE49-F238E27FC236}">
                <a16:creationId xmlns:a16="http://schemas.microsoft.com/office/drawing/2014/main" id="{82D474FD-4880-1661-AF73-3609669688D6}"/>
              </a:ext>
            </a:extLst>
          </p:cNvPr>
          <p:cNvCxnSpPr>
            <a:stCxn id="57" idx="0"/>
          </p:cNvCxnSpPr>
          <p:nvPr/>
        </p:nvCxnSpPr>
        <p:spPr>
          <a:xfrm flipH="1" flipV="1">
            <a:off x="11232260" y="4180187"/>
            <a:ext cx="1" cy="7507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Gerade Verbindung 97">
            <a:extLst>
              <a:ext uri="{FF2B5EF4-FFF2-40B4-BE49-F238E27FC236}">
                <a16:creationId xmlns:a16="http://schemas.microsoft.com/office/drawing/2014/main" id="{C864265A-6F16-0BA8-F420-10FC9F47A5AD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8844088" y="3422150"/>
            <a:ext cx="0" cy="7507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 Verbindung mit Pfeil 103">
            <a:extLst>
              <a:ext uri="{FF2B5EF4-FFF2-40B4-BE49-F238E27FC236}">
                <a16:creationId xmlns:a16="http://schemas.microsoft.com/office/drawing/2014/main" id="{0F5EA683-7FFF-3C62-E192-2B76C7D3CE6F}"/>
              </a:ext>
            </a:extLst>
          </p:cNvPr>
          <p:cNvCxnSpPr>
            <a:cxnSpLocks/>
            <a:stCxn id="16" idx="2"/>
            <a:endCxn id="20" idx="1"/>
          </p:cNvCxnSpPr>
          <p:nvPr/>
        </p:nvCxnSpPr>
        <p:spPr>
          <a:xfrm>
            <a:off x="3727632" y="3424948"/>
            <a:ext cx="559000" cy="451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661E45CE-254E-03FD-56F6-D4DD0537BFF7}"/>
              </a:ext>
            </a:extLst>
          </p:cNvPr>
          <p:cNvCxnSpPr>
            <a:cxnSpLocks/>
            <a:stCxn id="58" idx="0"/>
          </p:cNvCxnSpPr>
          <p:nvPr/>
        </p:nvCxnSpPr>
        <p:spPr>
          <a:xfrm flipV="1">
            <a:off x="10000460" y="4180187"/>
            <a:ext cx="0" cy="75071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feld 111">
            <a:extLst>
              <a:ext uri="{FF2B5EF4-FFF2-40B4-BE49-F238E27FC236}">
                <a16:creationId xmlns:a16="http://schemas.microsoft.com/office/drawing/2014/main" id="{34E7E7A8-81A3-FD64-014E-471C8A2049E7}"/>
              </a:ext>
            </a:extLst>
          </p:cNvPr>
          <p:cNvSpPr txBox="1"/>
          <p:nvPr/>
        </p:nvSpPr>
        <p:spPr>
          <a:xfrm>
            <a:off x="319763" y="2116918"/>
            <a:ext cx="267403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the</a:t>
            </a:r>
            <a:r>
              <a:rPr lang="de-DE" sz="1200" dirty="0"/>
              <a:t> </a:t>
            </a:r>
            <a:r>
              <a:rPr lang="de-DE" sz="1200" dirty="0" err="1"/>
              <a:t>architecture</a:t>
            </a:r>
            <a:r>
              <a:rPr lang="de-DE" sz="1200" dirty="0"/>
              <a:t> </a:t>
            </a:r>
            <a:r>
              <a:rPr lang="de-DE" sz="1200" dirty="0" err="1"/>
              <a:t>everything</a:t>
            </a:r>
            <a:r>
              <a:rPr lang="de-DE" sz="1200" dirty="0"/>
              <a:t> </a:t>
            </a:r>
            <a:r>
              <a:rPr lang="de-DE" sz="1200" dirty="0" err="1"/>
              <a:t>is</a:t>
            </a:r>
            <a:r>
              <a:rPr lang="de-DE" sz="1200" dirty="0"/>
              <a:t> </a:t>
            </a:r>
            <a:r>
              <a:rPr lang="de-DE" sz="1200" dirty="0" err="1"/>
              <a:t>built</a:t>
            </a:r>
            <a:r>
              <a:rPr lang="de-DE" sz="1200" dirty="0"/>
              <a:t> on</a:t>
            </a:r>
          </a:p>
        </p:txBody>
      </p:sp>
      <p:cxnSp>
        <p:nvCxnSpPr>
          <p:cNvPr id="118" name="Gerade Verbindung 117">
            <a:extLst>
              <a:ext uri="{FF2B5EF4-FFF2-40B4-BE49-F238E27FC236}">
                <a16:creationId xmlns:a16="http://schemas.microsoft.com/office/drawing/2014/main" id="{ED628A0D-F8E1-2A93-6BC2-4E66C267FD2B}"/>
              </a:ext>
            </a:extLst>
          </p:cNvPr>
          <p:cNvCxnSpPr>
            <a:cxnSpLocks/>
            <a:stCxn id="14" idx="0"/>
            <a:endCxn id="112" idx="2"/>
          </p:cNvCxnSpPr>
          <p:nvPr/>
        </p:nvCxnSpPr>
        <p:spPr>
          <a:xfrm flipH="1" flipV="1">
            <a:off x="1656780" y="2393917"/>
            <a:ext cx="1" cy="5232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feld 121">
            <a:extLst>
              <a:ext uri="{FF2B5EF4-FFF2-40B4-BE49-F238E27FC236}">
                <a16:creationId xmlns:a16="http://schemas.microsoft.com/office/drawing/2014/main" id="{16F6B474-2C3A-6F85-F70D-40EB038D802B}"/>
              </a:ext>
            </a:extLst>
          </p:cNvPr>
          <p:cNvSpPr txBox="1"/>
          <p:nvPr/>
        </p:nvSpPr>
        <p:spPr>
          <a:xfrm>
            <a:off x="4503553" y="2116918"/>
            <a:ext cx="23794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pioneered</a:t>
            </a:r>
            <a:r>
              <a:rPr lang="de-DE" sz="1200" dirty="0"/>
              <a:t> </a:t>
            </a:r>
            <a:r>
              <a:rPr lang="de-DE" sz="1200" dirty="0" err="1"/>
              <a:t>instruction</a:t>
            </a:r>
            <a:r>
              <a:rPr lang="de-DE" sz="1200" dirty="0"/>
              <a:t>-style </a:t>
            </a:r>
            <a:r>
              <a:rPr lang="de-DE" sz="1200" dirty="0" err="1"/>
              <a:t>tasks</a:t>
            </a:r>
            <a:endParaRPr lang="de-DE" sz="1200" dirty="0"/>
          </a:p>
        </p:txBody>
      </p:sp>
      <p:cxnSp>
        <p:nvCxnSpPr>
          <p:cNvPr id="124" name="Gerade Verbindung 123">
            <a:extLst>
              <a:ext uri="{FF2B5EF4-FFF2-40B4-BE49-F238E27FC236}">
                <a16:creationId xmlns:a16="http://schemas.microsoft.com/office/drawing/2014/main" id="{60DBCCE4-1737-1B58-0258-FE00598F30C2}"/>
              </a:ext>
            </a:extLst>
          </p:cNvPr>
          <p:cNvCxnSpPr>
            <a:cxnSpLocks/>
            <a:stCxn id="122" idx="2"/>
            <a:endCxn id="32" idx="0"/>
          </p:cNvCxnSpPr>
          <p:nvPr/>
        </p:nvCxnSpPr>
        <p:spPr>
          <a:xfrm>
            <a:off x="5693287" y="2393917"/>
            <a:ext cx="0" cy="5204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feld 126">
            <a:extLst>
              <a:ext uri="{FF2B5EF4-FFF2-40B4-BE49-F238E27FC236}">
                <a16:creationId xmlns:a16="http://schemas.microsoft.com/office/drawing/2014/main" id="{DB6DF839-D0EE-2942-1FF5-5C9434818069}"/>
              </a:ext>
            </a:extLst>
          </p:cNvPr>
          <p:cNvSpPr txBox="1"/>
          <p:nvPr/>
        </p:nvSpPr>
        <p:spPr>
          <a:xfrm>
            <a:off x="3733388" y="5866287"/>
            <a:ext cx="17102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showed</a:t>
            </a:r>
            <a:r>
              <a:rPr lang="de-DE" sz="1200" dirty="0"/>
              <a:t> </a:t>
            </a:r>
            <a:r>
              <a:rPr lang="de-DE" sz="1200" dirty="0" err="1"/>
              <a:t>coherent</a:t>
            </a:r>
            <a:r>
              <a:rPr lang="de-DE" sz="1200" dirty="0"/>
              <a:t> </a:t>
            </a:r>
            <a:r>
              <a:rPr lang="de-DE" sz="1200" dirty="0" err="1"/>
              <a:t>long</a:t>
            </a:r>
            <a:r>
              <a:rPr lang="de-DE" sz="1200" dirty="0"/>
              <a:t>-form </a:t>
            </a:r>
            <a:r>
              <a:rPr lang="de-DE" sz="1200" dirty="0" err="1"/>
              <a:t>text</a:t>
            </a:r>
            <a:r>
              <a:rPr lang="de-DE" sz="1200" dirty="0"/>
              <a:t> </a:t>
            </a:r>
            <a:r>
              <a:rPr lang="de-DE" sz="1200" dirty="0" err="1"/>
              <a:t>generation</a:t>
            </a:r>
            <a:endParaRPr lang="de-DE" sz="1200" dirty="0"/>
          </a:p>
        </p:txBody>
      </p:sp>
      <p:cxnSp>
        <p:nvCxnSpPr>
          <p:cNvPr id="131" name="Gerade Verbindung 130">
            <a:extLst>
              <a:ext uri="{FF2B5EF4-FFF2-40B4-BE49-F238E27FC236}">
                <a16:creationId xmlns:a16="http://schemas.microsoft.com/office/drawing/2014/main" id="{A3ED7754-9E7E-CE11-2E25-83990520CD5F}"/>
              </a:ext>
            </a:extLst>
          </p:cNvPr>
          <p:cNvCxnSpPr>
            <a:stCxn id="18" idx="2"/>
            <a:endCxn id="127" idx="0"/>
          </p:cNvCxnSpPr>
          <p:nvPr/>
        </p:nvCxnSpPr>
        <p:spPr>
          <a:xfrm flipH="1">
            <a:off x="4588527" y="5438735"/>
            <a:ext cx="1" cy="4275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feld 138">
            <a:extLst>
              <a:ext uri="{FF2B5EF4-FFF2-40B4-BE49-F238E27FC236}">
                <a16:creationId xmlns:a16="http://schemas.microsoft.com/office/drawing/2014/main" id="{FDE22367-DFA9-FF09-309B-B11C166AE83B}"/>
              </a:ext>
            </a:extLst>
          </p:cNvPr>
          <p:cNvSpPr txBox="1"/>
          <p:nvPr/>
        </p:nvSpPr>
        <p:spPr>
          <a:xfrm>
            <a:off x="6002880" y="5866286"/>
            <a:ext cx="17952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proved</a:t>
            </a:r>
            <a:r>
              <a:rPr lang="de-DE" sz="1200" dirty="0"/>
              <a:t> general-</a:t>
            </a:r>
            <a:r>
              <a:rPr lang="de-DE" sz="1200" dirty="0" err="1"/>
              <a:t>purpose</a:t>
            </a:r>
            <a:r>
              <a:rPr lang="de-DE" sz="1200" dirty="0"/>
              <a:t> </a:t>
            </a:r>
            <a:r>
              <a:rPr lang="de-DE" sz="1200" dirty="0" err="1"/>
              <a:t>language</a:t>
            </a:r>
            <a:r>
              <a:rPr lang="de-DE" sz="1200" dirty="0"/>
              <a:t> </a:t>
            </a:r>
            <a:r>
              <a:rPr lang="de-DE" sz="1200" dirty="0" err="1"/>
              <a:t>generation</a:t>
            </a:r>
            <a:endParaRPr lang="de-DE" sz="1200" dirty="0"/>
          </a:p>
        </p:txBody>
      </p:sp>
      <p:cxnSp>
        <p:nvCxnSpPr>
          <p:cNvPr id="141" name="Gerade Verbindung 140">
            <a:extLst>
              <a:ext uri="{FF2B5EF4-FFF2-40B4-BE49-F238E27FC236}">
                <a16:creationId xmlns:a16="http://schemas.microsoft.com/office/drawing/2014/main" id="{09ACFD4C-35C6-5813-822C-947026DFC369}"/>
              </a:ext>
            </a:extLst>
          </p:cNvPr>
          <p:cNvCxnSpPr>
            <a:stCxn id="25" idx="2"/>
            <a:endCxn id="139" idx="0"/>
          </p:cNvCxnSpPr>
          <p:nvPr/>
        </p:nvCxnSpPr>
        <p:spPr>
          <a:xfrm>
            <a:off x="6900519" y="5438735"/>
            <a:ext cx="0" cy="4275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Geschweifte Klammer links 142">
            <a:extLst>
              <a:ext uri="{FF2B5EF4-FFF2-40B4-BE49-F238E27FC236}">
                <a16:creationId xmlns:a16="http://schemas.microsoft.com/office/drawing/2014/main" id="{B4E4A90A-7C90-AF95-240F-E3A2887ADF22}"/>
              </a:ext>
            </a:extLst>
          </p:cNvPr>
          <p:cNvSpPr/>
          <p:nvPr/>
        </p:nvSpPr>
        <p:spPr>
          <a:xfrm rot="5400000">
            <a:off x="3962790" y="-2275202"/>
            <a:ext cx="584836" cy="7365979"/>
          </a:xfrm>
          <a:prstGeom prst="leftBrac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44" name="Textfeld 143">
            <a:extLst>
              <a:ext uri="{FF2B5EF4-FFF2-40B4-BE49-F238E27FC236}">
                <a16:creationId xmlns:a16="http://schemas.microsoft.com/office/drawing/2014/main" id="{54430635-226F-A2A0-A18D-57C587383950}"/>
              </a:ext>
            </a:extLst>
          </p:cNvPr>
          <p:cNvSpPr txBox="1"/>
          <p:nvPr/>
        </p:nvSpPr>
        <p:spPr>
          <a:xfrm>
            <a:off x="3257671" y="646872"/>
            <a:ext cx="19941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>
                <a:solidFill>
                  <a:schemeClr val="bg2">
                    <a:lumMod val="50000"/>
                  </a:schemeClr>
                </a:solidFill>
              </a:rPr>
              <a:t>foundational</a:t>
            </a:r>
            <a:r>
              <a:rPr lang="de-DE" sz="2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de-DE" sz="2000" dirty="0" err="1">
                <a:solidFill>
                  <a:schemeClr val="bg2">
                    <a:lumMod val="50000"/>
                  </a:schemeClr>
                </a:solidFill>
              </a:rPr>
              <a:t>era</a:t>
            </a:r>
            <a:endParaRPr lang="de-DE" sz="2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46" name="Textfeld 145">
            <a:extLst>
              <a:ext uri="{FF2B5EF4-FFF2-40B4-BE49-F238E27FC236}">
                <a16:creationId xmlns:a16="http://schemas.microsoft.com/office/drawing/2014/main" id="{003BD321-60DB-460B-2CCE-C3A88854EC4E}"/>
              </a:ext>
            </a:extLst>
          </p:cNvPr>
          <p:cNvSpPr txBox="1"/>
          <p:nvPr/>
        </p:nvSpPr>
        <p:spPr>
          <a:xfrm>
            <a:off x="8527675" y="339096"/>
            <a:ext cx="25326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>
                <a:solidFill>
                  <a:schemeClr val="bg2">
                    <a:lumMod val="50000"/>
                  </a:schemeClr>
                </a:solidFill>
              </a:rPr>
              <a:t>dialogue</a:t>
            </a:r>
            <a:r>
              <a:rPr lang="de-DE" sz="2000" dirty="0">
                <a:solidFill>
                  <a:schemeClr val="bg2">
                    <a:lumMod val="50000"/>
                  </a:schemeClr>
                </a:solidFill>
              </a:rPr>
              <a:t> &amp; </a:t>
            </a:r>
            <a:r>
              <a:rPr lang="de-DE" sz="2000" dirty="0" err="1">
                <a:solidFill>
                  <a:schemeClr val="bg2">
                    <a:lumMod val="50000"/>
                  </a:schemeClr>
                </a:solidFill>
              </a:rPr>
              <a:t>alignment</a:t>
            </a:r>
            <a:r>
              <a:rPr lang="de-DE" sz="20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de-DE" sz="2000" dirty="0" err="1">
                <a:solidFill>
                  <a:schemeClr val="bg2">
                    <a:lumMod val="50000"/>
                  </a:schemeClr>
                </a:solidFill>
              </a:rPr>
              <a:t>breakthroughs</a:t>
            </a:r>
            <a:endParaRPr lang="de-DE" sz="20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47" name="Geschweifte Klammer links 146">
            <a:extLst>
              <a:ext uri="{FF2B5EF4-FFF2-40B4-BE49-F238E27FC236}">
                <a16:creationId xmlns:a16="http://schemas.microsoft.com/office/drawing/2014/main" id="{059F32D6-BF49-B594-29A1-B4AEAA25896F}"/>
              </a:ext>
            </a:extLst>
          </p:cNvPr>
          <p:cNvSpPr/>
          <p:nvPr/>
        </p:nvSpPr>
        <p:spPr>
          <a:xfrm rot="5400000">
            <a:off x="9486572" y="-433005"/>
            <a:ext cx="584836" cy="3681583"/>
          </a:xfrm>
          <a:prstGeom prst="leftBrace">
            <a:avLst/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9" name="Textfeld 148">
            <a:extLst>
              <a:ext uri="{FF2B5EF4-FFF2-40B4-BE49-F238E27FC236}">
                <a16:creationId xmlns:a16="http://schemas.microsoft.com/office/drawing/2014/main" id="{E33AE0C6-26B1-1A7E-F556-E0B3737CD4C1}"/>
              </a:ext>
            </a:extLst>
          </p:cNvPr>
          <p:cNvSpPr txBox="1"/>
          <p:nvPr/>
        </p:nvSpPr>
        <p:spPr>
          <a:xfrm>
            <a:off x="8229563" y="2027452"/>
            <a:ext cx="12331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dialogue</a:t>
            </a:r>
            <a:r>
              <a:rPr lang="de-DE" sz="1200" dirty="0"/>
              <a:t> </a:t>
            </a:r>
            <a:r>
              <a:rPr lang="de-DE" sz="1200" dirty="0" err="1"/>
              <a:t>model</a:t>
            </a:r>
            <a:r>
              <a:rPr lang="de-DE" sz="1200" dirty="0"/>
              <a:t> (</a:t>
            </a:r>
            <a:r>
              <a:rPr lang="de-DE" sz="1200" dirty="0" err="1"/>
              <a:t>powered</a:t>
            </a:r>
            <a:r>
              <a:rPr lang="de-DE" sz="1200" dirty="0"/>
              <a:t> Bard)</a:t>
            </a:r>
          </a:p>
        </p:txBody>
      </p:sp>
      <p:cxnSp>
        <p:nvCxnSpPr>
          <p:cNvPr id="151" name="Gerade Verbindung 150">
            <a:extLst>
              <a:ext uri="{FF2B5EF4-FFF2-40B4-BE49-F238E27FC236}">
                <a16:creationId xmlns:a16="http://schemas.microsoft.com/office/drawing/2014/main" id="{512B832A-1E95-8D55-AEB5-2C1D07CE4501}"/>
              </a:ext>
            </a:extLst>
          </p:cNvPr>
          <p:cNvCxnSpPr>
            <a:cxnSpLocks/>
            <a:stCxn id="149" idx="2"/>
            <a:endCxn id="56" idx="0"/>
          </p:cNvCxnSpPr>
          <p:nvPr/>
        </p:nvCxnSpPr>
        <p:spPr>
          <a:xfrm flipH="1">
            <a:off x="8844088" y="2489117"/>
            <a:ext cx="2029" cy="4252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feld 154">
            <a:extLst>
              <a:ext uri="{FF2B5EF4-FFF2-40B4-BE49-F238E27FC236}">
                <a16:creationId xmlns:a16="http://schemas.microsoft.com/office/drawing/2014/main" id="{F407F7FB-308F-E953-1DF3-4B9977082ECF}"/>
              </a:ext>
            </a:extLst>
          </p:cNvPr>
          <p:cNvSpPr txBox="1"/>
          <p:nvPr/>
        </p:nvSpPr>
        <p:spPr>
          <a:xfrm>
            <a:off x="9619480" y="1932253"/>
            <a:ext cx="13770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reasoning</a:t>
            </a:r>
            <a:r>
              <a:rPr lang="de-DE" sz="1200" dirty="0"/>
              <a:t> + </a:t>
            </a:r>
            <a:r>
              <a:rPr lang="de-DE" sz="1200" dirty="0" err="1"/>
              <a:t>chain-of-thought</a:t>
            </a:r>
            <a:r>
              <a:rPr lang="de-DE" sz="1200" dirty="0"/>
              <a:t> </a:t>
            </a:r>
            <a:r>
              <a:rPr lang="de-DE" sz="1200" dirty="0" err="1"/>
              <a:t>prompting</a:t>
            </a:r>
            <a:endParaRPr lang="de-DE" sz="1200" dirty="0"/>
          </a:p>
        </p:txBody>
      </p:sp>
      <p:cxnSp>
        <p:nvCxnSpPr>
          <p:cNvPr id="157" name="Gerade Verbindung 156">
            <a:extLst>
              <a:ext uri="{FF2B5EF4-FFF2-40B4-BE49-F238E27FC236}">
                <a16:creationId xmlns:a16="http://schemas.microsoft.com/office/drawing/2014/main" id="{38B03CF6-C55F-3182-61B9-CB0D515149D1}"/>
              </a:ext>
            </a:extLst>
          </p:cNvPr>
          <p:cNvCxnSpPr>
            <a:cxnSpLocks/>
            <a:stCxn id="155" idx="2"/>
            <a:endCxn id="63" idx="0"/>
          </p:cNvCxnSpPr>
          <p:nvPr/>
        </p:nvCxnSpPr>
        <p:spPr>
          <a:xfrm>
            <a:off x="10308023" y="2578584"/>
            <a:ext cx="4295" cy="3357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feld 159">
            <a:extLst>
              <a:ext uri="{FF2B5EF4-FFF2-40B4-BE49-F238E27FC236}">
                <a16:creationId xmlns:a16="http://schemas.microsoft.com/office/drawing/2014/main" id="{1AAA2001-1C35-EA9D-9B75-F0C286CA463C}"/>
              </a:ext>
            </a:extLst>
          </p:cNvPr>
          <p:cNvSpPr txBox="1"/>
          <p:nvPr/>
        </p:nvSpPr>
        <p:spPr>
          <a:xfrm>
            <a:off x="9263474" y="5866286"/>
            <a:ext cx="147972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dirty="0" err="1"/>
              <a:t>introduced</a:t>
            </a:r>
            <a:r>
              <a:rPr lang="de-DE" sz="1200" dirty="0"/>
              <a:t> RLHF </a:t>
            </a:r>
            <a:r>
              <a:rPr lang="de-DE" sz="1200" dirty="0" err="1"/>
              <a:t>to</a:t>
            </a:r>
            <a:r>
              <a:rPr lang="de-DE" sz="1200" dirty="0"/>
              <a:t> </a:t>
            </a:r>
            <a:r>
              <a:rPr lang="de-DE" sz="1200" dirty="0" err="1"/>
              <a:t>align</a:t>
            </a:r>
            <a:r>
              <a:rPr lang="de-DE" sz="1200" dirty="0"/>
              <a:t> </a:t>
            </a:r>
            <a:r>
              <a:rPr lang="de-DE" sz="1200" dirty="0" err="1"/>
              <a:t>models</a:t>
            </a:r>
            <a:r>
              <a:rPr lang="de-DE" sz="1200" dirty="0"/>
              <a:t> </a:t>
            </a:r>
            <a:r>
              <a:rPr lang="de-DE" sz="1200" dirty="0" err="1"/>
              <a:t>with</a:t>
            </a:r>
            <a:r>
              <a:rPr lang="de-DE" sz="1200" dirty="0"/>
              <a:t> human </a:t>
            </a:r>
            <a:r>
              <a:rPr lang="de-DE" sz="1200" dirty="0" err="1"/>
              <a:t>intent</a:t>
            </a:r>
            <a:r>
              <a:rPr lang="de-DE" sz="1200" dirty="0"/>
              <a:t> (</a:t>
            </a:r>
            <a:r>
              <a:rPr lang="de-DE" sz="1200" dirty="0" err="1"/>
              <a:t>basis</a:t>
            </a:r>
            <a:r>
              <a:rPr lang="de-DE" sz="1200" dirty="0"/>
              <a:t> </a:t>
            </a:r>
            <a:r>
              <a:rPr lang="de-DE" sz="1200" dirty="0" err="1"/>
              <a:t>for</a:t>
            </a:r>
            <a:r>
              <a:rPr lang="de-DE" sz="1200" dirty="0"/>
              <a:t> ChatGPT)</a:t>
            </a:r>
          </a:p>
        </p:txBody>
      </p:sp>
      <p:cxnSp>
        <p:nvCxnSpPr>
          <p:cNvPr id="162" name="Gerade Verbindung 161">
            <a:extLst>
              <a:ext uri="{FF2B5EF4-FFF2-40B4-BE49-F238E27FC236}">
                <a16:creationId xmlns:a16="http://schemas.microsoft.com/office/drawing/2014/main" id="{99DA6A61-ECEE-75E6-F951-69A00BB37AEB}"/>
              </a:ext>
            </a:extLst>
          </p:cNvPr>
          <p:cNvCxnSpPr>
            <a:cxnSpLocks/>
            <a:stCxn id="160" idx="0"/>
            <a:endCxn id="58" idx="2"/>
          </p:cNvCxnSpPr>
          <p:nvPr/>
        </p:nvCxnSpPr>
        <p:spPr>
          <a:xfrm flipH="1" flipV="1">
            <a:off x="10000460" y="5438735"/>
            <a:ext cx="2875" cy="4275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feld 178">
            <a:extLst>
              <a:ext uri="{FF2B5EF4-FFF2-40B4-BE49-F238E27FC236}">
                <a16:creationId xmlns:a16="http://schemas.microsoft.com/office/drawing/2014/main" id="{CCE28247-7215-1CCD-5D40-108191F7A5FC}"/>
              </a:ext>
            </a:extLst>
          </p:cNvPr>
          <p:cNvSpPr txBox="1"/>
          <p:nvPr/>
        </p:nvSpPr>
        <p:spPr>
          <a:xfrm>
            <a:off x="10875150" y="5866286"/>
            <a:ext cx="11769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/>
              <a:t>mass</a:t>
            </a:r>
            <a:r>
              <a:rPr lang="de-DE" sz="1200" dirty="0"/>
              <a:t> </a:t>
            </a:r>
            <a:r>
              <a:rPr lang="de-DE" sz="1200" dirty="0" err="1"/>
              <a:t>adoption</a:t>
            </a:r>
            <a:endParaRPr lang="de-DE" sz="1200" dirty="0"/>
          </a:p>
        </p:txBody>
      </p: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F13D89EB-214A-CF87-EC50-B5E45C55DA93}"/>
              </a:ext>
            </a:extLst>
          </p:cNvPr>
          <p:cNvCxnSpPr>
            <a:stCxn id="57" idx="2"/>
            <a:endCxn id="179" idx="0"/>
          </p:cNvCxnSpPr>
          <p:nvPr/>
        </p:nvCxnSpPr>
        <p:spPr>
          <a:xfrm>
            <a:off x="11232261" y="5438735"/>
            <a:ext cx="231352" cy="427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2" name="Picture 2" descr="Logo">
            <a:extLst>
              <a:ext uri="{FF2B5EF4-FFF2-40B4-BE49-F238E27FC236}">
                <a16:creationId xmlns:a16="http://schemas.microsoft.com/office/drawing/2014/main" id="{D9AA4957-0F37-91D8-C876-4DE55406E3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448" y="4930904"/>
            <a:ext cx="511623" cy="511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4" name="Grafik 183">
            <a:extLst>
              <a:ext uri="{FF2B5EF4-FFF2-40B4-BE49-F238E27FC236}">
                <a16:creationId xmlns:a16="http://schemas.microsoft.com/office/drawing/2014/main" id="{DC5FDFC1-961A-43AC-5753-CD38171ED6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783" y="3029734"/>
            <a:ext cx="818954" cy="27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4421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6D1BFCA3-4D5B-CAB6-12DC-91C0E69140DC}"/>
              </a:ext>
            </a:extLst>
          </p:cNvPr>
          <p:cNvCxnSpPr>
            <a:stCxn id="4" idx="2"/>
            <a:endCxn id="7" idx="0"/>
          </p:cNvCxnSpPr>
          <p:nvPr/>
        </p:nvCxnSpPr>
        <p:spPr>
          <a:xfrm flipH="1">
            <a:off x="8738135" y="545563"/>
            <a:ext cx="1818291" cy="1085289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3799323-1E7F-2898-4ABB-FD71CBFDA6D6}"/>
              </a:ext>
            </a:extLst>
          </p:cNvPr>
          <p:cNvCxnSpPr>
            <a:stCxn id="4" idx="2"/>
            <a:endCxn id="9" idx="0"/>
          </p:cNvCxnSpPr>
          <p:nvPr/>
        </p:nvCxnSpPr>
        <p:spPr>
          <a:xfrm flipH="1">
            <a:off x="8713664" y="545563"/>
            <a:ext cx="1842762" cy="5393117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463486D2-05EC-8924-7361-2719D6E03BED}"/>
              </a:ext>
            </a:extLst>
          </p:cNvPr>
          <p:cNvCxnSpPr>
            <a:stCxn id="4" idx="2"/>
            <a:endCxn id="18" idx="0"/>
          </p:cNvCxnSpPr>
          <p:nvPr/>
        </p:nvCxnSpPr>
        <p:spPr>
          <a:xfrm flipH="1">
            <a:off x="9595869" y="545563"/>
            <a:ext cx="960557" cy="4496244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19139DBF-D8F4-87E8-3E78-4326B3F0C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13</a:t>
            </a:fld>
            <a:endParaRPr lang="en-GB"/>
          </a:p>
        </p:txBody>
      </p:sp>
      <p:pic>
        <p:nvPicPr>
          <p:cNvPr id="3" name="Grafik 2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0C94742E-2061-688F-477E-A7B11B2366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498" y="550940"/>
            <a:ext cx="8079009" cy="5987972"/>
          </a:xfrm>
          <a:prstGeom prst="rect">
            <a:avLst/>
          </a:prstGeom>
        </p:spPr>
      </p:pic>
      <p:pic>
        <p:nvPicPr>
          <p:cNvPr id="7" name="Picture 4" descr="undefined">
            <a:extLst>
              <a:ext uri="{FF2B5EF4-FFF2-40B4-BE49-F238E27FC236}">
                <a16:creationId xmlns:a16="http://schemas.microsoft.com/office/drawing/2014/main" id="{AD175A73-1B04-6CFF-950E-2B455B99F5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3749" y="1630852"/>
            <a:ext cx="988771" cy="36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undefined">
            <a:extLst>
              <a:ext uri="{FF2B5EF4-FFF2-40B4-BE49-F238E27FC236}">
                <a16:creationId xmlns:a16="http://schemas.microsoft.com/office/drawing/2014/main" id="{BE4204A6-07B9-1D82-F6B4-A44FC7EED5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3845" y="5938680"/>
            <a:ext cx="899638" cy="193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 descr="undefined">
            <a:extLst>
              <a:ext uri="{FF2B5EF4-FFF2-40B4-BE49-F238E27FC236}">
                <a16:creationId xmlns:a16="http://schemas.microsoft.com/office/drawing/2014/main" id="{521DA02E-9AA8-D536-CAD4-C83A18212F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2285" y="3827838"/>
            <a:ext cx="963238" cy="218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B1115F0B-ED47-186B-7892-27463A66AF2E}"/>
              </a:ext>
            </a:extLst>
          </p:cNvPr>
          <p:cNvSpPr txBox="1"/>
          <p:nvPr/>
        </p:nvSpPr>
        <p:spPr>
          <a:xfrm>
            <a:off x="9645134" y="3752539"/>
            <a:ext cx="223201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open-source </a:t>
            </a:r>
            <a:r>
              <a:rPr lang="de-DE" dirty="0" err="1"/>
              <a:t>models</a:t>
            </a:r>
            <a:endParaRPr lang="de-DE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7721EC8-553E-0665-9829-4238F329E3AB}"/>
              </a:ext>
            </a:extLst>
          </p:cNvPr>
          <p:cNvSpPr txBox="1"/>
          <p:nvPr/>
        </p:nvSpPr>
        <p:spPr>
          <a:xfrm>
            <a:off x="7852745" y="4949474"/>
            <a:ext cx="80361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GPT-5</a:t>
            </a:r>
          </a:p>
          <a:p>
            <a:r>
              <a:rPr lang="de-DE" sz="1500" dirty="0" err="1"/>
              <a:t>gpt-oss</a:t>
            </a:r>
            <a:endParaRPr lang="de-DE" sz="15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CAA80F0-12DB-9CEA-C1B7-92C23D722825}"/>
              </a:ext>
            </a:extLst>
          </p:cNvPr>
          <p:cNvSpPr txBox="1"/>
          <p:nvPr/>
        </p:nvSpPr>
        <p:spPr>
          <a:xfrm>
            <a:off x="7942654" y="2803490"/>
            <a:ext cx="65428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MAI-1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EE47A6C-787C-E84E-7057-003590A9FAC0}"/>
              </a:ext>
            </a:extLst>
          </p:cNvPr>
          <p:cNvSpPr txBox="1"/>
          <p:nvPr/>
        </p:nvSpPr>
        <p:spPr>
          <a:xfrm>
            <a:off x="9318302" y="5758439"/>
            <a:ext cx="2743200" cy="55399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500" dirty="0"/>
              <a:t>different </a:t>
            </a:r>
            <a:r>
              <a:rPr lang="de-DE" sz="1500" dirty="0" err="1"/>
              <a:t>alignment</a:t>
            </a:r>
            <a:r>
              <a:rPr lang="de-DE" sz="1500" dirty="0"/>
              <a:t> </a:t>
            </a:r>
            <a:r>
              <a:rPr lang="de-DE" sz="1500" dirty="0" err="1"/>
              <a:t>strategy</a:t>
            </a:r>
            <a:endParaRPr lang="de-DE" sz="15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500" dirty="0" err="1"/>
              <a:t>tailored</a:t>
            </a:r>
            <a:r>
              <a:rPr lang="de-DE" sz="1500" dirty="0"/>
              <a:t> </a:t>
            </a:r>
            <a:r>
              <a:rPr lang="de-DE" sz="1500" dirty="0" err="1"/>
              <a:t>for</a:t>
            </a:r>
            <a:r>
              <a:rPr lang="de-DE" sz="1500" dirty="0"/>
              <a:t> </a:t>
            </a:r>
            <a:r>
              <a:rPr lang="de-DE" sz="1500" dirty="0" err="1"/>
              <a:t>business</a:t>
            </a:r>
            <a:r>
              <a:rPr lang="de-DE" sz="1500" dirty="0"/>
              <a:t> </a:t>
            </a:r>
            <a:r>
              <a:rPr lang="de-DE" sz="1500" dirty="0" err="1"/>
              <a:t>users</a:t>
            </a:r>
            <a:endParaRPr lang="de-DE" sz="1500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E8C932C-A41A-8941-560A-AA637E8E8006}"/>
              </a:ext>
            </a:extLst>
          </p:cNvPr>
          <p:cNvSpPr txBox="1"/>
          <p:nvPr/>
        </p:nvSpPr>
        <p:spPr>
          <a:xfrm>
            <a:off x="9318302" y="1605185"/>
            <a:ext cx="2873697" cy="5539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500" dirty="0" err="1"/>
              <a:t>evolved</a:t>
            </a:r>
            <a:r>
              <a:rPr lang="de-DE" sz="1500" dirty="0"/>
              <a:t> </a:t>
            </a:r>
            <a:r>
              <a:rPr lang="de-DE" sz="1500" dirty="0" err="1"/>
              <a:t>from</a:t>
            </a:r>
            <a:r>
              <a:rPr lang="de-DE" sz="1500" dirty="0"/>
              <a:t> </a:t>
            </a:r>
            <a:r>
              <a:rPr lang="de-DE" sz="1500" dirty="0" err="1"/>
              <a:t>LaMDA</a:t>
            </a:r>
            <a:r>
              <a:rPr lang="de-DE" sz="1500" dirty="0"/>
              <a:t> &amp; </a:t>
            </a:r>
            <a:r>
              <a:rPr lang="de-DE" sz="1500" dirty="0" err="1"/>
              <a:t>PaLM</a:t>
            </a:r>
            <a:endParaRPr lang="de-DE" sz="15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500" dirty="0" err="1"/>
              <a:t>integrated</a:t>
            </a:r>
            <a:r>
              <a:rPr lang="de-DE" sz="1500" dirty="0"/>
              <a:t> Google </a:t>
            </a:r>
            <a:r>
              <a:rPr lang="de-DE" sz="1500" dirty="0" err="1"/>
              <a:t>ecosystem</a:t>
            </a:r>
            <a:endParaRPr lang="de-DE" sz="15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2F00942C-2688-C72B-582D-FC2D017DDDA6}"/>
              </a:ext>
            </a:extLst>
          </p:cNvPr>
          <p:cNvSpPr txBox="1"/>
          <p:nvPr/>
        </p:nvSpPr>
        <p:spPr>
          <a:xfrm>
            <a:off x="9062999" y="5041807"/>
            <a:ext cx="1065739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dirty="0"/>
              <a:t>ChatGPT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3CBDA52C-D99A-E52B-7632-9D8D36E44EAA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8450664" y="5094514"/>
            <a:ext cx="612335" cy="131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05AC45EE-E4C9-2925-8577-DA3897F1499F}"/>
              </a:ext>
            </a:extLst>
          </p:cNvPr>
          <p:cNvSpPr txBox="1"/>
          <p:nvPr/>
        </p:nvSpPr>
        <p:spPr>
          <a:xfrm>
            <a:off x="9483728" y="176231"/>
            <a:ext cx="2145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generative </a:t>
            </a:r>
            <a:r>
              <a:rPr lang="de-DE" dirty="0" err="1"/>
              <a:t>chatbots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933375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34BCA-6F2E-E1E0-5E78-C602E733C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OpenAI’s</a:t>
            </a:r>
            <a:r>
              <a:rPr lang="de-DE" dirty="0"/>
              <a:t> GPT Series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8DA15-F9B0-18B3-B458-752CD40FD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7159"/>
            <a:ext cx="10515600" cy="4351338"/>
          </a:xfrm>
        </p:spPr>
        <p:txBody>
          <a:bodyPr>
            <a:noAutofit/>
          </a:bodyPr>
          <a:lstStyle/>
          <a:p>
            <a:r>
              <a:rPr lang="de-DE" sz="2400" dirty="0">
                <a:hlinkClick r:id="rId2"/>
              </a:rPr>
              <a:t>GPT-1</a:t>
            </a:r>
            <a:r>
              <a:rPr lang="en-DE" sz="2400"/>
              <a:t>: </a:t>
            </a:r>
            <a:r>
              <a:rPr lang="de-DE" sz="2400" dirty="0" err="1"/>
              <a:t>used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en-DE" sz="2400"/>
              <a:t>discriminative finetuning </a:t>
            </a:r>
            <a:r>
              <a:rPr lang="en-DE" sz="2400" dirty="0"/>
              <a:t>on specific </a:t>
            </a:r>
            <a:r>
              <a:rPr lang="en-DE" sz="2400"/>
              <a:t>tasks (summarization</a:t>
            </a:r>
            <a:r>
              <a:rPr lang="en-DE" sz="2400" dirty="0"/>
              <a:t>, translation</a:t>
            </a:r>
            <a:r>
              <a:rPr lang="en-DE" sz="2400"/>
              <a:t>, question-answering</a:t>
            </a:r>
            <a:r>
              <a:rPr lang="de-DE" sz="2400" dirty="0"/>
              <a:t>, …</a:t>
            </a:r>
            <a:r>
              <a:rPr lang="en-DE" sz="2400"/>
              <a:t>)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BERT</a:t>
            </a:r>
            <a:endParaRPr lang="en-DE" sz="2400" dirty="0"/>
          </a:p>
          <a:p>
            <a:r>
              <a:rPr lang="en-GB" sz="2400" dirty="0">
                <a:hlinkClick r:id="rId3"/>
              </a:rPr>
              <a:t>GPT-2</a:t>
            </a:r>
            <a:r>
              <a:rPr lang="en-DE" sz="2400"/>
              <a:t>: zero- </a:t>
            </a:r>
            <a:r>
              <a:rPr lang="en-DE" sz="2400" dirty="0"/>
              <a:t>or </a:t>
            </a:r>
            <a:r>
              <a:rPr lang="en-DE" sz="2400"/>
              <a:t>few-shot learning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prompting</a:t>
            </a:r>
            <a:endParaRPr lang="de-DE" sz="2400" dirty="0"/>
          </a:p>
          <a:p>
            <a:r>
              <a:rPr lang="en-GB" sz="2400" dirty="0">
                <a:hlinkClick r:id="rId4"/>
              </a:rPr>
              <a:t>GPT-3</a:t>
            </a:r>
            <a:r>
              <a:rPr lang="en-GB" sz="2400" dirty="0"/>
              <a:t>: scaling (</a:t>
            </a:r>
            <a:r>
              <a:rPr lang="en-DE" sz="2400"/>
              <a:t>175 billion parameters</a:t>
            </a:r>
            <a:r>
              <a:rPr lang="de-DE" sz="2400" dirty="0"/>
              <a:t>)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en-GB" sz="2400" dirty="0"/>
              <a:t>much increased capabilities</a:t>
            </a:r>
            <a:endParaRPr lang="en-DE" sz="2400" dirty="0"/>
          </a:p>
          <a:p>
            <a:r>
              <a:rPr lang="en-GB" sz="2400" dirty="0">
                <a:hlinkClick r:id="rId5"/>
              </a:rPr>
              <a:t>GPT-4</a:t>
            </a:r>
            <a:r>
              <a:rPr lang="en-GB" sz="2400" dirty="0"/>
              <a:t>: more scaling </a:t>
            </a:r>
            <a:r>
              <a:rPr lang="de-DE" sz="2400" dirty="0"/>
              <a:t>(</a:t>
            </a:r>
            <a:r>
              <a:rPr lang="en-DE" sz="2400">
                <a:hlinkClick r:id="rId6"/>
              </a:rPr>
              <a:t>capabilities</a:t>
            </a:r>
            <a:r>
              <a:rPr lang="de-DE" sz="2400" dirty="0"/>
              <a:t>)</a:t>
            </a:r>
            <a:endParaRPr lang="en-GB" sz="2400" dirty="0"/>
          </a:p>
          <a:p>
            <a:r>
              <a:rPr lang="en-GB" sz="2400" dirty="0"/>
              <a:t>GPT-4o</a:t>
            </a:r>
            <a:r>
              <a:rPr lang="en-DE" sz="2400"/>
              <a:t>: multimodal model</a:t>
            </a:r>
            <a:endParaRPr lang="de-DE" sz="2400" dirty="0"/>
          </a:p>
          <a:p>
            <a:r>
              <a:rPr lang="de-DE" sz="2400" dirty="0">
                <a:hlinkClick r:id="rId7"/>
              </a:rPr>
              <a:t>o1</a:t>
            </a:r>
            <a:r>
              <a:rPr lang="de-DE" sz="2400" dirty="0"/>
              <a:t>: </a:t>
            </a:r>
            <a:r>
              <a:rPr lang="de-DE" sz="2400" dirty="0" err="1"/>
              <a:t>reasoning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endParaRPr lang="de-DE" sz="2400" dirty="0"/>
          </a:p>
          <a:p>
            <a:r>
              <a:rPr lang="de-DE" sz="2400" dirty="0"/>
              <a:t>GPT-5: </a:t>
            </a:r>
            <a:r>
              <a:rPr lang="de-DE" sz="2400" dirty="0" err="1"/>
              <a:t>automatic</a:t>
            </a:r>
            <a:r>
              <a:rPr lang="de-DE" sz="2400" dirty="0"/>
              <a:t> </a:t>
            </a:r>
            <a:r>
              <a:rPr lang="de-DE" sz="2400" dirty="0" err="1"/>
              <a:t>activation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reasoning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depending</a:t>
            </a:r>
            <a:r>
              <a:rPr lang="de-DE" sz="2400" dirty="0"/>
              <a:t> on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task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62DF1F-CE76-8FAE-EDB4-4B22AB609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14</a:t>
            </a:fld>
            <a:endParaRPr lang="en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BC30593-1ED7-77C6-7F4A-A0F827C03CFE}"/>
              </a:ext>
            </a:extLst>
          </p:cNvPr>
          <p:cNvSpPr txBox="1"/>
          <p:nvPr/>
        </p:nvSpPr>
        <p:spPr>
          <a:xfrm>
            <a:off x="838200" y="5799165"/>
            <a:ext cx="952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dirty="0">
                <a:hlinkClick r:id="rId8"/>
              </a:rPr>
              <a:t>gpt-oss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560466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0BC5A5AD-9682-566E-A0E7-1FF021B73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992BEDA-AAD0-0BE4-DB45-81FC80BDD380}"/>
              </a:ext>
            </a:extLst>
          </p:cNvPr>
          <p:cNvSpPr txBox="1"/>
          <p:nvPr/>
        </p:nvSpPr>
        <p:spPr>
          <a:xfrm>
            <a:off x="546538" y="2936557"/>
            <a:ext cx="145770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>
                <a:hlinkClick r:id="rId2"/>
              </a:rPr>
              <a:t>LMArena</a:t>
            </a:r>
            <a:endParaRPr lang="de-DE" sz="2600" dirty="0"/>
          </a:p>
        </p:txBody>
      </p:sp>
      <p:pic>
        <p:nvPicPr>
          <p:cNvPr id="6" name="Grafik 5" descr="Ein Bild, das Text, Screenshot, Zahl, Dokument enthält.&#10;&#10;KI-generierte Inhalte können fehlerhaft sein.">
            <a:extLst>
              <a:ext uri="{FF2B5EF4-FFF2-40B4-BE49-F238E27FC236}">
                <a16:creationId xmlns:a16="http://schemas.microsoft.com/office/drawing/2014/main" id="{1C8EDB32-B071-B136-B60D-35BBB7E9CE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226415"/>
            <a:ext cx="7772400" cy="640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0313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43561-528E-5056-1EE8-977C6F127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Another Trend: Small Language Models (SLM)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BA4CD-1995-5EAA-EEA3-F6FDCF1DC7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most powerful LLMs keep getting bigger (&gt; 1 trillion parameters)</a:t>
            </a:r>
          </a:p>
          <a:p>
            <a:pPr marL="0" indent="0">
              <a:buNone/>
            </a:pPr>
            <a:r>
              <a:rPr lang="en-GB" dirty="0"/>
              <a:t>GPT, Claude, Gemini, …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but slimmed-down (yet still strong) versions get smaller</a:t>
            </a:r>
          </a:p>
          <a:p>
            <a:pPr marL="0" indent="0">
              <a:buNone/>
            </a:pPr>
            <a:r>
              <a:rPr lang="en-GB" dirty="0">
                <a:hlinkClick r:id="rId2"/>
              </a:rPr>
              <a:t>Gemma</a:t>
            </a:r>
            <a:r>
              <a:rPr lang="en-GB" dirty="0"/>
              <a:t> (2B), </a:t>
            </a:r>
            <a:r>
              <a:rPr lang="en-GB" dirty="0">
                <a:hlinkClick r:id="rId3"/>
              </a:rPr>
              <a:t>Phi-3</a:t>
            </a:r>
            <a:r>
              <a:rPr lang="en-GB" dirty="0"/>
              <a:t> (3.8B), </a:t>
            </a:r>
            <a:r>
              <a:rPr lang="en-GB" dirty="0">
                <a:hlinkClick r:id="rId4"/>
              </a:rPr>
              <a:t>Mistral 7B</a:t>
            </a:r>
            <a:r>
              <a:rPr lang="en-GB" dirty="0"/>
              <a:t>, </a:t>
            </a:r>
            <a:r>
              <a:rPr lang="en-GB" dirty="0">
                <a:hlinkClick r:id="rId5"/>
              </a:rPr>
              <a:t>Llama3</a:t>
            </a:r>
            <a:r>
              <a:rPr lang="en-GB" dirty="0"/>
              <a:t> (8B), …</a:t>
            </a:r>
          </a:p>
          <a:p>
            <a:pPr marL="0" indent="0">
              <a:buNone/>
            </a:pPr>
            <a:r>
              <a:rPr lang="en-GB" dirty="0"/>
              <a:t>can run (inference) on laptops, smartphones, etc.</a:t>
            </a:r>
          </a:p>
          <a:p>
            <a:pPr marL="0" indent="0">
              <a:buNone/>
            </a:pPr>
            <a:r>
              <a:rPr lang="en-GB" dirty="0"/>
              <a:t>easier finetuning </a:t>
            </a:r>
            <a:r>
              <a:rPr lang="en-GB" dirty="0">
                <a:sym typeface="Wingdings" panose="05000000000000000000" pitchFamily="2" charset="2"/>
              </a:rPr>
              <a:t> specific tasks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9EE0D7-0AED-8609-28A0-820B83EE7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615750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715</Words>
  <Application>Microsoft Macintosh PowerPoint</Application>
  <PresentationFormat>Breitbild</PresentationFormat>
  <Paragraphs>166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Wingdings</vt:lpstr>
      <vt:lpstr>Office Theme</vt:lpstr>
      <vt:lpstr>LLMs</vt:lpstr>
      <vt:lpstr>Course Contents</vt:lpstr>
      <vt:lpstr>This Part: LLMs</vt:lpstr>
      <vt:lpstr>Generative vs Predictive/Discriminative Models</vt:lpstr>
      <vt:lpstr>Autoregressive Text Generation</vt:lpstr>
      <vt:lpstr>How are LLMs Generative Models then?</vt:lpstr>
      <vt:lpstr>Prompting</vt:lpstr>
      <vt:lpstr>Size Matters: LARGE Language Models</vt:lpstr>
      <vt:lpstr>Some LLM Numbers</vt:lpstr>
      <vt:lpstr>PowerPoint-Präsentation</vt:lpstr>
      <vt:lpstr>Mixture-of-Experts (MoE)</vt:lpstr>
      <vt:lpstr>PowerPoint-Präsentation</vt:lpstr>
      <vt:lpstr>PowerPoint-Präsentation</vt:lpstr>
      <vt:lpstr>OpenAI’s GPT Series</vt:lpstr>
      <vt:lpstr>PowerPoint-Präsentation</vt:lpstr>
      <vt:lpstr>Another Trend: Small Language Models (SLM)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140</cp:revision>
  <dcterms:created xsi:type="dcterms:W3CDTF">2025-01-09T11:24:27Z</dcterms:created>
  <dcterms:modified xsi:type="dcterms:W3CDTF">2025-09-15T09:59:08Z</dcterms:modified>
</cp:coreProperties>
</file>